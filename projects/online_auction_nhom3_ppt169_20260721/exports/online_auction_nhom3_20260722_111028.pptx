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29 trang: phần chung, 10 Use Case, 9 Activity Diagram,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trưởng: Nguyễn Giang Hà. Thành viên: Nguyễn Văn Hưng, Đinh Văn Hải, Phạm Việt Anh, Nguyễn Hữu Quân, Danil Famil Long.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và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đăng ký, xác nhận email, login/logout, reset OTP, dashboard.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bids, orders, watchlist, selling, submissions.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đăng ký phiên, đặt cọc, bid.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 + PayPal: cart, checkout, đơn thắng/mua ngay.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User: tạo Auction/Buy Now, sửa, xóa, theo dõi verify.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metrics, auction stats, revenue, export.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CRUD user, gán quyền.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CRUD phiên, fraud alerts.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 + Email/Firebase: duyệt/từ chối listing.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Admin: quản lý listing Buy Now.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đăng ký tài khoản + xác thực email.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đăng nhập dual-session User/Admin.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seller tạo đấu giá + upload Cloudinary + status confirming.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place bid: auth, rate limit, fraud, SignalR, anti-snipe.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thanh toán PayPal/COD tại Payment Center.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Admin duyệt listing Approve/Reject.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duyệt listing chi tiết (luồng Admin).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Admin quản lý danh mục: Create/Edit/Delete.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Admin quản lý Template và Product instance.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Dual auth, verify listing, realtime, đa ngôn ngữ.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  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  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  <Relationship Id="rId3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  <Relationship Id="rId3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  <Relationship Id="rId3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6901"/>
            <a:chOff x="762000" y="1143000"/>
            <a:chExt cx="1600200" cy="346901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601" y="12258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893570"/>
            <a:ext cx="4500631" cy="1706309"/>
            <a:chOff x="742950" y="1893570"/>
            <a:chExt cx="4500631" cy="170630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893570"/>
              <a:ext cx="443813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046" y="2677478"/>
              <a:ext cx="252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218498"/>
              <a:ext cx="44914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3618" y="3810000"/>
            <a:ext cx="4008882" cy="525589"/>
            <a:chOff x="753618" y="3810000"/>
            <a:chExt cx="4008882" cy="525589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4012882"/>
              <a:ext cx="330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69445" y="288036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27" y="4219575"/>
              <a:ext cx="185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3818" y="4510564"/>
              <a:ext cx="202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81000" y="132398"/>
            <a:ext cx="4215467" cy="381381"/>
            <a:chOff x="381000" y="132398"/>
            <a:chExt cx="4215467" cy="381381"/>
          </a:xfrm>
        </p:grpSpPr>
        <p:sp>
          <p:nvSpPr>
            <p:cNvPr id="2" name="Rectangle 2"/>
            <p:cNvSpPr/>
            <p:nvPr/>
          </p:nvSpPr>
          <p:spPr>
            <a:xfrm>
              <a:off x="381000" y="13335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94" y="132398"/>
              <a:ext cx="10075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13916" y="229552"/>
              <a:ext cx="2982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trang · 10 Use Case · 9 Activity Diagram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04800" y="571500"/>
            <a:ext cx="2667000" cy="561975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52247" y="732949"/>
            <a:ext cx="11881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 + KẾT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866" y="1029652"/>
            <a:ext cx="8861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1866" y="1296352"/>
            <a:ext cx="7169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1866" y="1563052"/>
            <a:ext cx="921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03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866" y="1829752"/>
            <a:ext cx="8790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1866" y="2096452"/>
            <a:ext cx="7943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05 Mục tiêu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1866" y="2363152"/>
            <a:ext cx="8790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1866" y="2629852"/>
            <a:ext cx="13589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247" y="3133249"/>
            <a:ext cx="2514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1866" y="3429952"/>
            <a:ext cx="8363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27 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1866" y="3696652"/>
            <a:ext cx="7658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28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866" y="3963352"/>
            <a:ext cx="9145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29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3124200" y="571500"/>
            <a:ext cx="4191000" cy="561975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309747" y="732949"/>
            <a:ext cx="122473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 (08-17)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09747" y="1037749"/>
            <a:ext cx="12142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08 Manage Account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09747" y="1304449"/>
            <a:ext cx="18113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09 Manage Personal Activity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309747" y="1571149"/>
            <a:ext cx="16064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10 Participate In Auction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09747" y="1837849"/>
            <a:ext cx="13324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11 Purchase Product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309747" y="2104549"/>
            <a:ext cx="15355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12 Manage Own Listings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09747" y="2371249"/>
            <a:ext cx="1253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13 Admin Dashboard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09747" y="2637949"/>
            <a:ext cx="1984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14 Manage Users &amp; Permissions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09747" y="2904649"/>
            <a:ext cx="125340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15 Manage Auctions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09747" y="3171349"/>
            <a:ext cx="11603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16 Verify Listings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09747" y="3438049"/>
            <a:ext cx="12140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17 Manage Buy Now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505700" y="571500"/>
            <a:ext cx="4381500" cy="561975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691247" y="732949"/>
            <a:ext cx="118814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 (18-26)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91247" y="1037749"/>
            <a:ext cx="13144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18 Đăng ký (Sign Up)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91247" y="1304449"/>
            <a:ext cx="13406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19 Đăng nhập (Login)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91247" y="1571149"/>
            <a:ext cx="8993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20 Tạo đấu giá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91247" y="1837849"/>
            <a:ext cx="759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21 Place Bid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691247" y="2104549"/>
            <a:ext cx="161752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22 Thanh toán (Payment)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691247" y="2371249"/>
            <a:ext cx="160299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23 Duyệt listing (Verify)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691247" y="2637949"/>
            <a:ext cx="167714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24 Duyệt listing (chi tiết)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91247" y="2904649"/>
            <a:ext cx="12933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25 Quản lý Category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691247" y="3171349"/>
            <a:ext cx="12209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26 Quản lý Product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0985"/>
            <a:ext cx="6360466" cy="528066"/>
            <a:chOff x="457200" y="260985"/>
            <a:chExt cx="6360466" cy="528066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084" y="260985"/>
              <a:ext cx="37793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6142" y="406718"/>
              <a:ext cx="187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47750"/>
            <a:ext cx="3619500" cy="1905000"/>
            <a:chOff x="457200" y="1047750"/>
            <a:chExt cx="3619500" cy="1905000"/>
          </a:xfrm>
        </p:grpSpPr>
        <p:sp>
          <p:nvSpPr>
            <p:cNvPr id="6" name="Rectangle 6"/>
            <p:cNvSpPr/>
            <p:nvPr/>
          </p:nvSpPr>
          <p:spPr>
            <a:xfrm>
              <a:off x="4572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47750"/>
              <a:ext cx="3619500" cy="457200"/>
            </a:xfrm>
            <a:prstGeom prst="roundRect">
              <a:avLst>
                <a:gd name="adj" fmla="val 3333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276350"/>
              <a:ext cx="3619500" cy="2286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3187" y="125158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18478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1189" y="2121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8493" y="1965008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779" y="2299335"/>
              <a:ext cx="98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6250" y="1047750"/>
            <a:ext cx="3619500" cy="1905000"/>
            <a:chOff x="4286250" y="1047750"/>
            <a:chExt cx="3619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28625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2915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023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6118" y="1774508"/>
              <a:ext cx="1847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40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300" y="1047750"/>
            <a:ext cx="3619500" cy="1905000"/>
            <a:chOff x="8115300" y="1047750"/>
            <a:chExt cx="3619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153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928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5168" y="1774508"/>
              <a:ext cx="1345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745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238500"/>
            <a:ext cx="3619500" cy="1905000"/>
            <a:chOff x="457200" y="3238500"/>
            <a:chExt cx="3619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572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001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1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8493" y="3965258"/>
              <a:ext cx="157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0779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3238500"/>
            <a:ext cx="3619500" cy="1905000"/>
            <a:chOff x="4286250" y="3238500"/>
            <a:chExt cx="3619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428625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2915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23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6118" y="3965258"/>
              <a:ext cx="1895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840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238500"/>
            <a:ext cx="3619500" cy="1905000"/>
            <a:chOff x="8115300" y="3238500"/>
            <a:chExt cx="3619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81153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4582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92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45168" y="3965258"/>
              <a:ext cx="178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4745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943068" cy="692659"/>
            <a:chOff x="457200" y="378142"/>
            <a:chExt cx="3943068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728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06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4756" y="1472565"/>
              <a:ext cx="2161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661" y="1846421"/>
              <a:ext cx="491972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1472565"/>
              <a:ext cx="2479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1846421"/>
              <a:ext cx="4622165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3228975"/>
              <a:ext cx="90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6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6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3228975"/>
              <a:ext cx="1241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2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2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280" y="3228975"/>
              <a:ext cx="1389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5280" y="3228975"/>
              <a:ext cx="13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4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4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1280" y="32289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3618" y="4632008"/>
              <a:ext cx="1821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761" y="5037296"/>
              <a:ext cx="528040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967942" cy="692659"/>
            <a:chOff x="457200" y="378142"/>
            <a:chExt cx="2967942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9357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74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323975"/>
              <a:ext cx="531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323975"/>
              <a:ext cx="185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1647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380" y="1647825"/>
              <a:ext cx="3995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21431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0380" y="2143125"/>
              <a:ext cx="3910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26384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2638425"/>
              <a:ext cx="3287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4380" y="31337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133725"/>
              <a:ext cx="211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3629025"/>
              <a:ext cx="890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0380" y="3629025"/>
              <a:ext cx="2237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12432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0380" y="4124325"/>
              <a:ext cx="95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61962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0380" y="4619625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380" y="51149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380" y="5114925"/>
              <a:ext cx="308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519359" cy="692659"/>
            <a:chOff x="457200" y="378142"/>
            <a:chExt cx="351935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30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10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580" y="1362075"/>
            <a:ext cx="7475039" cy="3721703"/>
            <a:chOff x="449580" y="1362075"/>
            <a:chExt cx="7475039" cy="3721703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382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362075"/>
              <a:ext cx="184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1595914"/>
              <a:ext cx="1665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9880" y="14573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2085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09775"/>
              <a:ext cx="13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2243614"/>
              <a:ext cx="179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7130" y="2105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580" y="27336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57475"/>
              <a:ext cx="134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1314"/>
              <a:ext cx="1411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130" y="27527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580" y="33813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05175"/>
              <a:ext cx="1251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39014"/>
              <a:ext cx="2069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7130" y="3400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40290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952875"/>
              <a:ext cx="125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6714"/>
              <a:ext cx="1364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0481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580" y="46767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600575"/>
              <a:ext cx="137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8344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2630" y="46958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5521642"/>
              <a:ext cx="128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759768"/>
              <a:ext cx="840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752791" cy="692659"/>
            <a:chOff x="457200" y="378142"/>
            <a:chExt cx="2752791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6127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53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630680"/>
              <a:ext cx="13609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24075"/>
              <a:ext cx="4923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3032" y="1630680"/>
              <a:ext cx="2027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0" y="2124075"/>
              <a:ext cx="389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732" y="3535680"/>
              <a:ext cx="1246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029075"/>
              <a:ext cx="357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3032" y="3535680"/>
              <a:ext cx="1679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4029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58447" y="5581650"/>
              <a:ext cx="5475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2026-07-22T04:10:28Z</dcterms:created>
  <dcterms:modified xsi:type="dcterms:W3CDTF">2026-07-22T04:10:28Z</dcterms:modified>
  <cp:category/>
  <cp:contentStatus/>
</cp:coreProperties>
</file>