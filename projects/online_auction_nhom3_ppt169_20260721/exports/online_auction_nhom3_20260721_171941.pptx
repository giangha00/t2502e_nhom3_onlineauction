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Vault, nền tảng đấu giá thẻ bài trực tuyến xây dựng trên ASP.NET Core 8.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thuyết trình gồm 12 phần theo cấu trúc đề bài: từ giới thiệu nhóm, tổng quan, mục tiêu, công nghệ đến Use Case, Activity Diagram, DB diagram và kết luận.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Nhóm gồm 5 thành viên chính. Danh sách lấy từ lịch sử git — nhóm có thể bổ sung vai trò cụ thể khi trình bày.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CardMarket hỗ trợ đấu giá và mua ngay thẻ bài sưu tầm. Seller đăng listing, Admin duyệt, Buyer đăng ký đặt cọc, đặt giá realtime và thanh toán qua PayPal.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Bốn mục tiêu: hệ thống đấu giá hoàn chỉnh, mô phỏng quy trình thương mại, dual-session auth, trải nghiệm realtime đa ngôn ngữ.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Stack: ASP.NET Core 8, EF Core, MySQL, Identity dual cookie, PayPal, SignalR, RabbitMQ, Cloudinary, Firebase, Tailwind CSS.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Timeline là khung gợi ý vì repo không có Gantt chính thức. Sáu giai đoạn từ phân tích đến polish và demo.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Bốn actor: Guest, Buyer, Seller, Admin — mỗi actor có các use case tương ứng trên hệ thống.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Luồng chính: đăng bán → duyệt → đăng ký/cọc → bid realtime → kết thúc phiên → thanh toán.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Các entity chính: User, Product, Auction, Bid, AuctionRegistration, AuctionOrder và quan hệ giữa chúng.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nổi bật: dual auth, verify listing, chống gian lận bid, SignalR, đa ngôn ngữ 4 locale, PayPal end-to-end.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giảng viên hướng dẫn, hội đồng và các thành viên nhóm. Xin mời hỏi đáp.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2095500" y="-1333500"/>
            <a:ext cx="15430500" cy="9144000"/>
            <a:chOff x="-2095500" y="-1333500"/>
            <a:chExt cx="1543050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144000" y="-1333500"/>
              <a:ext cx="4191000" cy="4191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095500" y="4381500"/>
              <a:ext cx="3429000" cy="3429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1143000"/>
            <a:ext cx="1600200" cy="342900"/>
            <a:chOff x="762000" y="1143000"/>
            <a:chExt cx="1600200" cy="342900"/>
          </a:xfrm>
        </p:grpSpPr>
        <p:sp>
          <p:nvSpPr>
            <p:cNvPr id="6" name="Rectangle 6"/>
            <p:cNvSpPr/>
            <p:nvPr/>
          </p:nvSpPr>
          <p:spPr>
            <a:xfrm>
              <a:off x="762000" y="114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01934" y="1258252"/>
              <a:ext cx="5203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NHÓM 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2950" y="1958340"/>
            <a:ext cx="3949245" cy="1615249"/>
            <a:chOff x="742950" y="1958340"/>
            <a:chExt cx="3949245" cy="1615249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1958340"/>
              <a:ext cx="394924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332" y="2726055"/>
              <a:ext cx="2083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RareCard Vault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618" y="3250882"/>
              <a:ext cx="3800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Nền tảng đấu giá thẻ bài trực tuyến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5142" y="3810000"/>
            <a:ext cx="4007358" cy="499301"/>
            <a:chOff x="755142" y="3810000"/>
            <a:chExt cx="4007358" cy="499301"/>
          </a:xfrm>
        </p:grpSpPr>
        <p:sp>
          <p:nvSpPr>
            <p:cNvPr id="13" name="Rectangle 13"/>
            <p:cNvSpPr/>
            <p:nvPr/>
          </p:nvSpPr>
          <p:spPr>
            <a:xfrm>
              <a:off x="762000" y="381000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142" y="4045268"/>
              <a:ext cx="2704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Đồ án ASP.NET Core 8 · Nhóm 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2286000"/>
            <a:ext cx="2667000" cy="2667000"/>
            <a:chOff x="8572500" y="2286000"/>
            <a:chExt cx="2667000" cy="2667000"/>
          </a:xfrm>
        </p:grpSpPr>
        <p:sp>
          <p:nvSpPr>
            <p:cNvPr id="16" name="Rectangle 16"/>
            <p:cNvSpPr/>
            <p:nvPr/>
          </p:nvSpPr>
          <p:spPr>
            <a:xfrm>
              <a:off x="8572500" y="2286000"/>
              <a:ext cx="2667000" cy="2667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FDE68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58250" y="257175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4137" y="2945130"/>
              <a:ext cx="9237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TCG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65301" y="4251960"/>
              <a:ext cx="1481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Auction &amp; Buy Now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31054" y="4542949"/>
              <a:ext cx="1549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Thẻ bài sưu tầm · Online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22" name="TextBox 2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402169" cy="625411"/>
            <a:chOff x="457200" y="419100"/>
            <a:chExt cx="2402169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12400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Mục lục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178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Nội dung thuyết trình · 12 phần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" y="1238250"/>
            <a:ext cx="5143500" cy="4762500"/>
            <a:chOff x="457200" y="1238250"/>
            <a:chExt cx="514350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1435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04850" y="14097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7436" y="1563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06830" y="1514475"/>
              <a:ext cx="10294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Tên đề tài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314450" y="19050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04850" y="20955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7436" y="22488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06830" y="2200275"/>
              <a:ext cx="7750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Mục lục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314450" y="25908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04850" y="27813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7436" y="2934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06830" y="2886075"/>
              <a:ext cx="20996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Giới thiệu thành viên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314450" y="32766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704850" y="34671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7436" y="36204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06830" y="3571875"/>
              <a:ext cx="19626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Tổng quan hệ thống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314450" y="39624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04850" y="41529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7436" y="43062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06830" y="4257675"/>
              <a:ext cx="1549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314450" y="46482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704850" y="48387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7436" y="4992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06830" y="4943475"/>
              <a:ext cx="1018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Công nghệ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829300" y="1238250"/>
            <a:ext cx="5143500" cy="4762500"/>
            <a:chOff x="5829300" y="1238250"/>
            <a:chExt cx="5143500" cy="4762500"/>
          </a:xfrm>
        </p:grpSpPr>
        <p:sp>
          <p:nvSpPr>
            <p:cNvPr id="31" name="Rectangle 31"/>
            <p:cNvSpPr/>
            <p:nvPr/>
          </p:nvSpPr>
          <p:spPr>
            <a:xfrm>
              <a:off x="5829300" y="1238250"/>
              <a:ext cx="51435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076950" y="14097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99536" y="1563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78930" y="1514475"/>
              <a:ext cx="17395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Phân bố thời gian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686550" y="19050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076950" y="20955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99536" y="22488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78930" y="2200275"/>
              <a:ext cx="909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 Case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686550" y="25908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6076950" y="27813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99536" y="2934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78930" y="2886075"/>
              <a:ext cx="17242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Activity Diagram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686550" y="32766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076950" y="34671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99536" y="36204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78930" y="3571875"/>
              <a:ext cx="1831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686550" y="39624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076950" y="41529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99536" y="43062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78930" y="4257675"/>
              <a:ext cx="848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686550" y="46482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6076950" y="48387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99536" y="4992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78930" y="4943475"/>
              <a:ext cx="10721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Lời cảm ơn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56" name="TextBox 56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575822" cy="625411"/>
            <a:chOff x="457200" y="419100"/>
            <a:chExt cx="3575822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33594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Giới thiệu thành viên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333500"/>
            <a:ext cx="3429000" cy="1333500"/>
            <a:chOff x="457200" y="1333500"/>
            <a:chExt cx="34290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66750" y="15906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6486" y="18011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54455" y="1647825"/>
              <a:ext cx="855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Giang Hà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56741" y="1982152"/>
              <a:ext cx="1153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Thành viên chính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333500"/>
            <a:ext cx="3429000" cy="1333500"/>
            <a:chOff x="4381500" y="1333500"/>
            <a:chExt cx="3429000" cy="13335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333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591050" y="15906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70786" y="18011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78755" y="1647825"/>
              <a:ext cx="12589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Nguyễn Hưng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81041" y="19821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305800" y="1333500"/>
            <a:ext cx="3429000" cy="1333500"/>
            <a:chOff x="8305800" y="1333500"/>
            <a:chExt cx="3429000" cy="1333500"/>
          </a:xfrm>
        </p:grpSpPr>
        <p:sp>
          <p:nvSpPr>
            <p:cNvPr id="18" name="Rectangle 18"/>
            <p:cNvSpPr/>
            <p:nvPr/>
          </p:nvSpPr>
          <p:spPr>
            <a:xfrm>
              <a:off x="8305800" y="1333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515350" y="15906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95086" y="18011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03055" y="1647825"/>
              <a:ext cx="1436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05341" y="19821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381250" y="3048000"/>
            <a:ext cx="3429000" cy="1333500"/>
            <a:chOff x="2381250" y="3048000"/>
            <a:chExt cx="34290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2381250" y="30480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590800" y="33051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70536" y="35156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78505" y="3362325"/>
              <a:ext cx="17228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80791" y="3696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381750" y="3048000"/>
            <a:ext cx="3429000" cy="1333500"/>
            <a:chOff x="6381750" y="3048000"/>
            <a:chExt cx="3429000" cy="1333500"/>
          </a:xfrm>
        </p:grpSpPr>
        <p:sp>
          <p:nvSpPr>
            <p:cNvPr id="30" name="Rectangle 30"/>
            <p:cNvSpPr/>
            <p:nvPr/>
          </p:nvSpPr>
          <p:spPr>
            <a:xfrm>
              <a:off x="6381750" y="30480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591300" y="33051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1036" y="35156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79005" y="336232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azhai4123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81291" y="3696652"/>
              <a:ext cx="1393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Cần xác nhận vai trò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7488" y="4074795"/>
              <a:ext cx="13652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※ Ghi chú: cần xác nhận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4762500"/>
            <a:ext cx="11277600" cy="1143000"/>
            <a:chOff x="457200" y="4762500"/>
            <a:chExt cx="11277600" cy="1143000"/>
          </a:xfrm>
        </p:grpSpPr>
        <p:sp>
          <p:nvSpPr>
            <p:cNvPr id="37" name="Rectangle 37"/>
            <p:cNvSpPr/>
            <p:nvPr/>
          </p:nvSpPr>
          <p:spPr>
            <a:xfrm>
              <a:off x="457200" y="4762500"/>
              <a:ext cx="11277600" cy="11430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904" y="5061585"/>
              <a:ext cx="442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Lưu 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285" y="5355431"/>
              <a:ext cx="6738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Danh sách theo lịch sử git của repository. Vai trò chi tiết cần nhóm xác nhận trước khi nộp.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666" y="5601652"/>
              <a:ext cx="5515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Không dùng nhân vật giả trên trang About (Julian Thorne…) làm thành viên nhóm.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356573" cy="625411"/>
            <a:chOff x="457200" y="419100"/>
            <a:chExt cx="3356573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314016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Tổng quan hệ thống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416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Đấu giá &amp; Buy Now · thẻ bài sưu tầm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238250"/>
            <a:ext cx="5524500" cy="1333500"/>
            <a:chOff x="457200" y="1238250"/>
            <a:chExt cx="55245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6280" y="1504950"/>
              <a:ext cx="18010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Đấu giá (Auction)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8185" y="1878806"/>
              <a:ext cx="3880358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Seller đăng listing → Admin duyệt → Buyer đăng ký &amp; cọc → Bid realtime (SignalR) → Kết thúc → Order &amp; thanh toán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10300" y="1238250"/>
            <a:ext cx="5524500" cy="1333500"/>
            <a:chOff x="6210300" y="1238250"/>
            <a:chExt cx="55245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2103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69380" y="1504950"/>
              <a:ext cx="20665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Mua ngay (Buy Now)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71285" y="1878806"/>
              <a:ext cx="3645662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Thêm vào giỏ → Tạo hóa đơn → Thanh toán PayPal / COD Hạn thanh toán 7 ngày · Watchlist &amp; thông báo hỗ trợ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7200" y="2857500"/>
            <a:ext cx="11049000" cy="952500"/>
            <a:chOff x="457200" y="2857500"/>
            <a:chExt cx="11049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457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8804" y="3261360"/>
              <a:ext cx="721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Đăng bán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68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43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14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39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84804" y="3261360"/>
              <a:ext cx="9930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Admin duyệt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4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200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25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70804" y="3261360"/>
              <a:ext cx="1111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Đăng ký + Cọc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40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15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486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11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56804" y="3261360"/>
              <a:ext cx="1068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Đặt giá (Bid)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6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01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772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97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42804" y="326136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4381500"/>
            <a:ext cx="11277600" cy="1524000"/>
            <a:chOff x="457200" y="4381500"/>
            <a:chExt cx="112776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457200" y="4381500"/>
              <a:ext cx="11277600" cy="1524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5142" y="4664392"/>
              <a:ext cx="1489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Hỗ trợ kèm theo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6285" y="5069681"/>
              <a:ext cx="4164838" cy="5057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Watchlist · Thông báo realtime / push · Khiếu nại &amp; hoàn tiền Đa ngôn ngữ (vi / en / ja / ko) · Khu vực Admin riêng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694859" cy="625411"/>
            <a:chOff x="457200" y="419100"/>
            <a:chExt cx="2694859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4784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435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5012" y="16325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3218" y="1584008"/>
              <a:ext cx="22870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156460"/>
              <a:ext cx="318211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44312" y="16325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2518" y="1584008"/>
              <a:ext cx="24504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1404" y="2156460"/>
              <a:ext cx="293065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5012" y="4013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3218" y="3965258"/>
              <a:ext cx="18907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104" y="4537710"/>
              <a:ext cx="306019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44312" y="4013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2518" y="3965258"/>
              <a:ext cx="25431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1404" y="4537710"/>
              <a:ext cx="297637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30" name="TextBox 30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359200" cy="625411"/>
            <a:chOff x="457200" y="419100"/>
            <a:chExt cx="2359200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16301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Công nghệ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135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Stack kỹ thuật chính của dự án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7200" y="1143000"/>
            <a:ext cx="11277600" cy="4762500"/>
            <a:chOff x="457200" y="1143000"/>
            <a:chExt cx="1127760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143000"/>
              <a:ext cx="112776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43000"/>
              <a:ext cx="11277600" cy="533400"/>
            </a:xfrm>
            <a:prstGeom prst="roundRect">
              <a:avLst>
                <a:gd name="adj" fmla="val 2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09700"/>
              <a:ext cx="11277600" cy="26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904" y="1356360"/>
              <a:ext cx="425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Nhóm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1904" y="1356360"/>
              <a:ext cx="1483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Công nghệ / Stack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1680210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Backend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1904" y="1680210"/>
              <a:ext cx="31965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ASP.NET Core 8 MVC · EF Core · Identity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904" y="2175510"/>
              <a:ext cx="763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1904" y="2175510"/>
              <a:ext cx="31285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MySQL (Pomelo) · SQL Server / SQLite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904" y="267081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Auth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1904" y="2670810"/>
              <a:ext cx="26300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Dual cookie: User / Admin session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30289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5904" y="316611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1904" y="3166110"/>
              <a:ext cx="1694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PayPal Sandbox · COD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904" y="3661410"/>
              <a:ext cx="712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1904" y="3661410"/>
              <a:ext cx="1789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SignalR · Firebase FCM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195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5904" y="4156710"/>
              <a:ext cx="848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Messaging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41904" y="4156710"/>
              <a:ext cx="762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RabbitMQ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904" y="4652010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Media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1904" y="4652010"/>
              <a:ext cx="824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Cloudinary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50101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904" y="5147310"/>
              <a:ext cx="763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Frontend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1904" y="5147310"/>
              <a:ext cx="2464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Razor · Tailwind CSS 4 · jQuery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999765" cy="625411"/>
            <a:chOff x="457200" y="419100"/>
            <a:chExt cx="2999765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783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Phân bố thời gian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633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Sáu giai đoạn phát triển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1104" y="1394460"/>
            <a:ext cx="7393541" cy="3663029"/>
            <a:chOff x="451104" y="1394460"/>
            <a:chExt cx="7393541" cy="3663029"/>
          </a:xfrm>
        </p:grpSpPr>
        <p:sp>
          <p:nvSpPr>
            <p:cNvPr id="6" name="TextBox 6"/>
            <p:cNvSpPr txBox="1"/>
            <p:nvPr/>
          </p:nvSpPr>
          <p:spPr>
            <a:xfrm>
              <a:off x="451104" y="14706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6404" y="1394460"/>
              <a:ext cx="1476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Phân tích yêu cầu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7547" y="1628299"/>
              <a:ext cx="12754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Use Case, DB design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000500" y="14097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61404" y="14897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1104" y="21183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404" y="2042160"/>
              <a:ext cx="1051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Auth &amp; Admin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547" y="2275999"/>
              <a:ext cx="13728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Identity dual-session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00500" y="20574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8654" y="21374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1104" y="27660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689860"/>
              <a:ext cx="1074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Listing &amp; Sell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7547" y="2923699"/>
              <a:ext cx="10805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Verify, Sell flow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00500" y="27051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18654" y="27851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104" y="34137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3337560"/>
              <a:ext cx="10010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Bid 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547" y="3571399"/>
              <a:ext cx="15847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Đăng ký/cọc, anti-fraud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00500" y="33528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8654" y="34328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104" y="4061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3985260"/>
              <a:ext cx="1001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Order &amp; Pay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547" y="4219099"/>
              <a:ext cx="10449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PayPal, Buy Now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00500" y="40005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1404" y="40805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104" y="47091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404" y="4632960"/>
              <a:ext cx="1101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Polish &amp;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7547" y="4866799"/>
              <a:ext cx="10983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i18n, smoke test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00500" y="4648200"/>
              <a:ext cx="1714500" cy="3048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4154" y="47282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5334000"/>
            <a:ext cx="11277600" cy="762000"/>
            <a:chOff x="457200" y="5334000"/>
            <a:chExt cx="11277600" cy="762000"/>
          </a:xfrm>
        </p:grpSpPr>
        <p:sp>
          <p:nvSpPr>
            <p:cNvPr id="37" name="Rectangle 37"/>
            <p:cNvSpPr/>
            <p:nvPr/>
          </p:nvSpPr>
          <p:spPr>
            <a:xfrm>
              <a:off x="457200" y="5334000"/>
              <a:ext cx="11277600" cy="762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6666" y="5554028"/>
              <a:ext cx="1002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666" y="5792152"/>
              <a:ext cx="6537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Tỷ lệ gợi ý cho thuyết trình — không có Gantt chính thức trong repository; cần nhóm xác nhận.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890622" cy="625411"/>
            <a:chOff x="457200" y="419100"/>
            <a:chExt cx="2890622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145500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Use Case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667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Actors: Guest · Buyer · Seller · Admin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" y="1143000"/>
            <a:ext cx="2781300" cy="4762500"/>
            <a:chOff x="457200" y="1143000"/>
            <a:chExt cx="278130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143000"/>
              <a:ext cx="2781300" cy="476250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43000"/>
              <a:ext cx="27813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47800"/>
              <a:ext cx="278130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45393" y="1362075"/>
              <a:ext cx="604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Guest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504950" y="1828800"/>
              <a:ext cx="685800" cy="914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714500" y="1962150"/>
              <a:ext cx="266700" cy="2667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847850" y="25527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600200" y="271462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600200" y="295275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24765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847850" y="295275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0"/>
                  </a:moveTo>
                  <a:lnTo>
                    <a:pt x="247650" y="381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04850" y="35433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7621" y="3665220"/>
              <a:ext cx="17604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Xem Home / Auction / Buy Now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04850" y="40005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9576" y="4122420"/>
              <a:ext cx="13365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FAQ · About · Contact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04850" y="44577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86694" y="4579620"/>
              <a:ext cx="7223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Đổi ngôn ngữ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390900" y="1143000"/>
            <a:ext cx="2781300" cy="4762500"/>
            <a:chOff x="3390900" y="1143000"/>
            <a:chExt cx="2781300" cy="4762500"/>
          </a:xfrm>
        </p:grpSpPr>
        <p:sp>
          <p:nvSpPr>
            <p:cNvPr id="23" name="Rectangle 23"/>
            <p:cNvSpPr/>
            <p:nvPr/>
          </p:nvSpPr>
          <p:spPr>
            <a:xfrm>
              <a:off x="3390900" y="1143000"/>
              <a:ext cx="2781300" cy="476250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90900" y="1143000"/>
              <a:ext cx="27813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90900" y="1447800"/>
              <a:ext cx="278130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79093" y="1362075"/>
              <a:ext cx="604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4438650" y="1828800"/>
              <a:ext cx="685800" cy="914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648200" y="1962150"/>
              <a:ext cx="266700" cy="2667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4781550" y="25527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4533900" y="271462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4533900" y="295275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24765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4781550" y="295275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0"/>
                  </a:moveTo>
                  <a:lnTo>
                    <a:pt x="247650" y="381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3638550" y="35433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199687" y="3665220"/>
              <a:ext cx="11637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Đăng ký / Đăng nhập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3638550" y="40005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165671" y="4122420"/>
              <a:ext cx="12317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Đăng ký đấu giá + cọc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3638550" y="44577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031494" y="4579620"/>
              <a:ext cx="15001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Bid · Buy Now · Watchlist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638550" y="49149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187788" y="5036820"/>
              <a:ext cx="11875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Payment · Hoàn tiền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324600" y="1143000"/>
            <a:ext cx="2781300" cy="4762500"/>
            <a:chOff x="6324600" y="1143000"/>
            <a:chExt cx="2781300" cy="4762500"/>
          </a:xfrm>
        </p:grpSpPr>
        <p:sp>
          <p:nvSpPr>
            <p:cNvPr id="42" name="Rectangle 42"/>
            <p:cNvSpPr/>
            <p:nvPr/>
          </p:nvSpPr>
          <p:spPr>
            <a:xfrm>
              <a:off x="6324600" y="1143000"/>
              <a:ext cx="2781300" cy="476250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324600" y="1143000"/>
              <a:ext cx="27813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324600" y="1447800"/>
              <a:ext cx="278130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07993" y="1362075"/>
              <a:ext cx="614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Seller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72350" y="1828800"/>
              <a:ext cx="685800" cy="914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581900" y="1962150"/>
              <a:ext cx="266700" cy="2667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7715250" y="25527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7467600" y="271462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467600" y="295275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24765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7715250" y="295275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0"/>
                  </a:moveTo>
                  <a:lnTo>
                    <a:pt x="247650" y="381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6572250" y="35433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65407" y="3665220"/>
              <a:ext cx="12996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Tạo Auction / Buy Now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72250" y="40005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05831" y="4122420"/>
              <a:ext cx="12188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Theo dõi submissions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72250" y="44577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87630" y="4579620"/>
              <a:ext cx="8552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Quản lý listing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258300" y="1143000"/>
            <a:ext cx="2781300" cy="4762500"/>
            <a:chOff x="9258300" y="1143000"/>
            <a:chExt cx="2781300" cy="4762500"/>
          </a:xfrm>
        </p:grpSpPr>
        <p:sp>
          <p:nvSpPr>
            <p:cNvPr id="59" name="Rectangle 59"/>
            <p:cNvSpPr/>
            <p:nvPr/>
          </p:nvSpPr>
          <p:spPr>
            <a:xfrm>
              <a:off x="9258300" y="1143000"/>
              <a:ext cx="2781300" cy="476250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258300" y="1143000"/>
              <a:ext cx="2781300" cy="6096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258300" y="1447800"/>
              <a:ext cx="27813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351854" y="1362075"/>
              <a:ext cx="594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Admin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10306050" y="1828800"/>
              <a:ext cx="685800" cy="914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10515600" y="1962150"/>
              <a:ext cx="266700" cy="2667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0648950" y="25527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10401300" y="271462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10401300" y="295275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24765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10648950" y="295275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0"/>
                  </a:moveTo>
                  <a:lnTo>
                    <a:pt x="247650" y="381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9505950" y="35433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104017" y="3665220"/>
              <a:ext cx="10898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Login /Admin riêng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9505950" y="40005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269869" y="4122420"/>
              <a:ext cx="7581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Duyệt listing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9505950" y="44577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115766" y="4579620"/>
              <a:ext cx="10663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CRUD · Permission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9505950" y="4914900"/>
              <a:ext cx="2286000" cy="3429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988868" y="5036820"/>
              <a:ext cx="1320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Complaint · Dashboard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78" name="TextBox 78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654131" cy="625411"/>
            <a:chOff x="457200" y="419100"/>
            <a:chExt cx="3654131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75880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Activity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3430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Đăng bán → Duyệt → Đăng ký/Cọc → Bid → Thanh toán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143000"/>
            <a:ext cx="11277600" cy="457200"/>
            <a:chOff x="457200" y="1143000"/>
            <a:chExt cx="11277600" cy="457200"/>
          </a:xfrm>
        </p:grpSpPr>
        <p:sp>
          <p:nvSpPr>
            <p:cNvPr id="6" name="Rectangle 6"/>
            <p:cNvSpPr/>
            <p:nvPr/>
          </p:nvSpPr>
          <p:spPr>
            <a:xfrm>
              <a:off x="457200" y="1143000"/>
              <a:ext cx="20955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89870" y="1315402"/>
              <a:ext cx="430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Seller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667000" y="1143000"/>
              <a:ext cx="20955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506783" y="1315402"/>
              <a:ext cx="4159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Admin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876800" y="1143000"/>
              <a:ext cx="20955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12830" y="1315402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086600" y="1143000"/>
              <a:ext cx="20955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66833" y="1315402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296400" y="1143000"/>
              <a:ext cx="24384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07288" y="1315402"/>
              <a:ext cx="616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Payment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57200" y="1809750"/>
            <a:ext cx="11277600" cy="4095750"/>
            <a:chOff x="457200" y="1809750"/>
            <a:chExt cx="11277600" cy="4095750"/>
          </a:xfrm>
        </p:grpSpPr>
        <p:sp>
          <p:nvSpPr>
            <p:cNvPr id="17" name="Rectangle 17"/>
            <p:cNvSpPr/>
            <p:nvPr/>
          </p:nvSpPr>
          <p:spPr>
            <a:xfrm>
              <a:off x="457200" y="1809750"/>
              <a:ext cx="11277600" cy="4095750"/>
            </a:xfrm>
            <a:prstGeom prst="roundRect">
              <a:avLst>
                <a:gd name="adj" fmla="val 3721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7700" y="2190750"/>
              <a:ext cx="1714500" cy="5334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4955" y="2409349"/>
              <a:ext cx="10599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Đăng bán listing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362200" y="245745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857500" y="24003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971800" y="2190750"/>
              <a:ext cx="1714500" cy="533400"/>
            </a:xfrm>
            <a:prstGeom prst="roundRect">
              <a:avLst>
                <a:gd name="adj" fmla="val 2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96127" y="2409349"/>
              <a:ext cx="865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Duyệt listing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3829050" y="272415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3771900" y="32385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971800" y="3352800"/>
              <a:ext cx="17145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26070" y="3533299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scheduled / live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686300" y="358140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5143500" y="35242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257800" y="3314700"/>
              <a:ext cx="1714500" cy="5334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61244" y="3438049"/>
              <a:ext cx="9076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Đăng ký + Cọc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21677" y="3644741"/>
              <a:ext cx="7867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Deposit PayPal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115050" y="38481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6057900" y="43815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257800" y="4495800"/>
              <a:ext cx="1714500" cy="533400"/>
            </a:xfrm>
            <a:prstGeom prst="roundRect">
              <a:avLst>
                <a:gd name="adj" fmla="val 2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15080" y="4714399"/>
              <a:ext cx="599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Place Bid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972300" y="476250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7429500" y="47053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543800" y="4495800"/>
              <a:ext cx="1714500" cy="5334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06400" y="4619149"/>
              <a:ext cx="789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Finalization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62291" y="4825841"/>
              <a:ext cx="8775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SignalR cập nhật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258300" y="47625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9620250" y="47053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734550" y="4495800"/>
              <a:ext cx="1714500" cy="533400"/>
            </a:xfrm>
            <a:prstGeom prst="roundRect">
              <a:avLst>
                <a:gd name="adj" fmla="val 2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220935" y="4619149"/>
              <a:ext cx="741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42612" y="4825841"/>
              <a:ext cx="6983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EF3C7"/>
                  </a:solidFill>
                  <a:latin typeface="+mn-lt"/>
                  <a:ea typeface="+mn-ea"/>
                  <a:cs typeface="+mn-cs"/>
                </a:rPr>
                <a:t>PayPal / COD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7700" y="4953000"/>
              <a:ext cx="2667000" cy="685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>
              <a:solidFill>
                <a:srgbClr val="FDE68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3247" y="5133499"/>
              <a:ext cx="12527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Anti-snipe / Fraud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3438" y="5379720"/>
              <a:ext cx="17702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Kiểm tra gian lận trong lúc bid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51" name="TextBox 51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146115" cy="625411"/>
            <a:chOff x="457200" y="419100"/>
            <a:chExt cx="3146115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9297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632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ER — các thực thể chính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1333500"/>
            <a:ext cx="9906000" cy="4085939"/>
            <a:chOff x="762000" y="1333500"/>
            <a:chExt cx="9906000" cy="4085939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714500"/>
              <a:ext cx="1905000" cy="1333500"/>
              <a:chOff x="762000" y="1714500"/>
              <a:chExt cx="19050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943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532176" y="1840706"/>
                <a:ext cx="3646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User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7547" y="2256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7547" y="2523649"/>
                <a:ext cx="3367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Email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7547" y="2790349"/>
                <a:ext cx="34345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Roles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0" y="1524000"/>
              <a:ext cx="1905000" cy="1333500"/>
              <a:chOff x="3429000" y="1524000"/>
              <a:chExt cx="19050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240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29000" y="15240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429000" y="17526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068568" y="1650206"/>
                <a:ext cx="62586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4547" y="20664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4547" y="2333149"/>
                <a:ext cx="49825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SellerId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4547" y="2599849"/>
                <a:ext cx="59449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Category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1905000" cy="1333500"/>
              <a:chOff x="6096000" y="1714500"/>
              <a:chExt cx="1905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0" y="1943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755517" y="1840706"/>
                <a:ext cx="5859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1547" y="2256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1547" y="2523649"/>
                <a:ext cx="63776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ProductId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81547" y="2790349"/>
                <a:ext cx="44937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Status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763000" y="1333500"/>
              <a:ext cx="1905000" cy="1333500"/>
              <a:chOff x="8763000" y="1333500"/>
              <a:chExt cx="190500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763000" y="1333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763000" y="1333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763000" y="1562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96875" y="1459706"/>
                <a:ext cx="2372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8547" y="1875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8547" y="2142649"/>
                <a:ext cx="6043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8547" y="2409349"/>
                <a:ext cx="47600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Amount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096000" y="4000500"/>
              <a:ext cx="1905000" cy="1333500"/>
              <a:chOff x="6096000" y="4000500"/>
              <a:chExt cx="1905000" cy="1333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96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0" y="4229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806630" y="4126706"/>
                <a:ext cx="4837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Order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81547" y="4542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81547" y="4809649"/>
                <a:ext cx="49252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BuyerId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1547" y="5076349"/>
                <a:ext cx="5485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Payment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29000" y="4000500"/>
              <a:ext cx="1905000" cy="1333500"/>
              <a:chOff x="3429000" y="4000500"/>
              <a:chExt cx="19050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429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429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429000" y="4229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890652" y="4126706"/>
                <a:ext cx="9816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Registration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4547" y="4542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14547" y="4809649"/>
                <a:ext cx="6043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4547" y="5076349"/>
                <a:ext cx="48868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Deposit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667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33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001000" y="19050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48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381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334000" y="4286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52738" y="19111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19738" y="19111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6738" y="17206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8988" y="3339941"/>
              <a:ext cx="5928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N—1 Winner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67238" y="3339941"/>
              <a:ext cx="4181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1—N Reg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900047" y="5228749"/>
              <a:ext cx="43436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User 1—N Product · Auction 1—N Bid/Registration · Order N—1 Buyer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67" name="TextBox 67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191860" cy="625411"/>
            <a:chOff x="457200" y="419100"/>
            <a:chExt cx="2191860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13581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9685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Điểm nổi bật của CardMarket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333500"/>
            <a:ext cx="5524500" cy="1619250"/>
            <a:chOff x="457200" y="1333500"/>
            <a:chExt cx="5524500" cy="161925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5256" y="1663065"/>
              <a:ext cx="1166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Dual Auth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304" y="2156460"/>
              <a:ext cx="3939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Cookie User và Admin độc lập — tách phiên an toàn.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333500"/>
            <a:ext cx="5524500" cy="1619250"/>
            <a:chOff x="6286500" y="1333500"/>
            <a:chExt cx="55245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62865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34556" y="1663065"/>
              <a:ext cx="1737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Verify Listing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37604" y="2156460"/>
              <a:ext cx="31191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Admin duyệt trước khi listing công khai.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3238500"/>
            <a:ext cx="5524500" cy="1619250"/>
            <a:chOff x="457200" y="3238500"/>
            <a:chExt cx="5524500" cy="1619250"/>
          </a:xfrm>
        </p:grpSpPr>
        <p:sp>
          <p:nvSpPr>
            <p:cNvPr id="16" name="Rectangle 16"/>
            <p:cNvSpPr/>
            <p:nvPr/>
          </p:nvSpPr>
          <p:spPr>
            <a:xfrm>
              <a:off x="4572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5256" y="3568065"/>
              <a:ext cx="10688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8304" y="4061460"/>
              <a:ext cx="28584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SignalR + Firebase push + RabbitMQ.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3238500"/>
            <a:ext cx="5524500" cy="1619250"/>
            <a:chOff x="6286500" y="3238500"/>
            <a:chExt cx="5524500" cy="1619250"/>
          </a:xfrm>
        </p:grpSpPr>
        <p:sp>
          <p:nvSpPr>
            <p:cNvPr id="21" name="Rectangle 21"/>
            <p:cNvSpPr/>
            <p:nvPr/>
          </p:nvSpPr>
          <p:spPr>
            <a:xfrm>
              <a:off x="62865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4556" y="3568065"/>
              <a:ext cx="14392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Đa ngôn ngữ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7604" y="4061460"/>
              <a:ext cx="2015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locale: vi · en · ja · ko.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5334000"/>
            <a:ext cx="11277600" cy="666750"/>
            <a:chOff x="457200" y="5334000"/>
            <a:chExt cx="11277600" cy="666750"/>
          </a:xfrm>
        </p:grpSpPr>
        <p:sp>
          <p:nvSpPr>
            <p:cNvPr id="26" name="Rectangle 26"/>
            <p:cNvSpPr/>
            <p:nvPr/>
          </p:nvSpPr>
          <p:spPr>
            <a:xfrm>
              <a:off x="457200" y="5334000"/>
              <a:ext cx="11277600" cy="666750"/>
            </a:xfrm>
            <a:prstGeom prst="roundRect">
              <a:avLst>
                <a:gd name="adj" fmla="val 2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905958" y="5614035"/>
              <a:ext cx="4380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Vòng đời đấu giá thẻ bài hoàn chỉnh trên ASP.NET Core 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29" name="TextBox 29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FDE68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753021" y="2087880"/>
              <a:ext cx="468595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652894" y="2659380"/>
              <a:ext cx="288621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27694" y="3664268"/>
              <a:ext cx="3736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67273" y="3950018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22927" y="4442460"/>
              <a:ext cx="17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14" name="TextBox 14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2026-07-21T10:19:42Z</dcterms:created>
  <dcterms:modified xsi:type="dcterms:W3CDTF">2026-07-21T10:19:42Z</dcterms:modified>
  <cp:category/>
  <cp:contentStatus/>
</cp:coreProperties>
</file>