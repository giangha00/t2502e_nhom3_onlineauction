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fa088799e2d4b5d.jpg"/>
  <Relationship Id="rId3" Type="http://schemas.openxmlformats.org/officeDocument/2006/relationships/image" Target="../media/image_e3bd5023bd9628d3.jpg"/>
  <Relationship Id="rId4" Type="http://schemas.openxmlformats.org/officeDocument/2006/relationships/image" Target="../media/image_81df634087482f29.jpg"/>
  <Relationship Id="rId5" Type="http://schemas.openxmlformats.org/officeDocument/2006/relationships/image" Target="../media/image_399013ac66ff758e.jpg"/>
  <Relationship Id="rId6" Type="http://schemas.openxmlformats.org/officeDocument/2006/relationships/image" Target="../media/image_0e3630a3c9d9e5b5.jpg"/>
  <Relationship Id="rId7" Type="http://schemas.openxmlformats.org/officeDocument/2006/relationships/image" Target="../media/image_9ddcdd2bfee800da.jp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e80bc5d3dabcf3.png"/>
  <Relationship Id="rId3" Type="http://schemas.openxmlformats.org/officeDocument/2006/relationships/image" Target="../media/image_3259057c2e4e875b.png"/>
  <Relationship Id="rId4" Type="http://schemas.openxmlformats.org/officeDocument/2006/relationships/image" Target="../media/image_843cb8508b5dc608.png"/>
  <Relationship Id="rId5" Type="http://schemas.openxmlformats.org/officeDocument/2006/relationships/image" Target="../media/image_337d0b68db0e6635.png"/>
  <Relationship Id="rId6" Type="http://schemas.openxmlformats.org/officeDocument/2006/relationships/image" Target="../media/image_7f21cd39eba5c21f.png"/>
  <Relationship Id="rId7" Type="http://schemas.openxmlformats.org/officeDocument/2006/relationships/image" Target="../media/image_c6fd1b521b6d434d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5a06789898c891e.jp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14556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Nhóm 3 · CardMarket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7446" r="0" b="7446"/>
            <a:stretch>
              <a:fillRect/>
            </a:stretch>
          </p:blipFill>
          <p:spPr>
            <a:xfrm>
              <a:off x="647700" y="1143000"/>
              <a:ext cx="1143000" cy="13335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1" name="Rectangle 11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26818" r="0" b="26818"/>
            <a:stretch>
              <a:fillRect/>
            </a:stretch>
          </p:blipFill>
          <p:spPr>
            <a:xfrm>
              <a:off x="4476750" y="1143000"/>
              <a:ext cx="1143000" cy="13335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4"/>
            <a:srcRect l="0" t="6307" r="0" b="6307"/>
            <a:stretch>
              <a:fillRect/>
            </a:stretch>
          </p:blipFill>
          <p:spPr>
            <a:xfrm>
              <a:off x="8305800" y="1143000"/>
              <a:ext cx="1143000" cy="13335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3" name="Rectangle 23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5"/>
            <a:srcRect l="0" t="6022" r="0" b="6022"/>
            <a:stretch>
              <a:fillRect/>
            </a:stretch>
          </p:blipFill>
          <p:spPr>
            <a:xfrm>
              <a:off x="647700" y="3810000"/>
              <a:ext cx="1143000" cy="13335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6"/>
            <a:srcRect l="7232" t="0" r="7232" b="0"/>
            <a:stretch>
              <a:fillRect/>
            </a:stretch>
          </p:blipFill>
          <p:spPr>
            <a:xfrm>
              <a:off x="4476750" y="3810000"/>
              <a:ext cx="1143000" cy="13335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7"/>
            <a:srcRect l="0" t="11166" r="0" b="11166"/>
            <a:stretch>
              <a:fillRect/>
            </a:stretch>
          </p:blipFill>
          <p:spPr>
            <a:xfrm>
              <a:off x="8305800" y="3810000"/>
              <a:ext cx="1143000" cy="13335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6301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1524000"/>
            <a:ext cx="1047750" cy="10477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65841" y="2867025"/>
            <a:ext cx="16023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524000"/>
            <a:ext cx="1047750" cy="10477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881154" y="28670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SQL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524000"/>
            <a:ext cx="1047750" cy="1047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87939" y="2867025"/>
            <a:ext cx="67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810000"/>
            <a:ext cx="1047750" cy="1047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98492" y="5153025"/>
            <a:ext cx="7370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810000"/>
            <a:ext cx="1047750" cy="10477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55313" y="5153025"/>
            <a:ext cx="10813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3810000"/>
            <a:ext cx="1047750" cy="10477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889847" y="5153025"/>
            <a:ext cx="12703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Tailwind CSS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1905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5894" y="208598"/>
            <a:ext cx="146212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666" y="305752"/>
            <a:ext cx="17006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RareCard Vault - schema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96" y="838200"/>
            <a:ext cx="4374207" cy="554355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2026-07-22T11:30:30Z</dcterms:created>
  <dcterms:modified xsi:type="dcterms:W3CDTF">2026-07-22T11:30:30Z</dcterms:modified>
  <cp:category/>
  <cp:contentStatus/>
</cp:coreProperties>
</file>