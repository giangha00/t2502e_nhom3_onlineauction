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17 trang: phần chung, 2 Use Case (User/Admin), 5 Activity,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trưởng: Nguyễn Giang Hà. Thành viên: Nguyễn Văn Hưng, Đinh Văn Hải, Phạm Việt Anh, Nguyễn Hữu Quân, Danil Famil Long.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&amp;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Case Actor User: đăng ký, đăng nhập, khám phá, đăng bán, đấu giá, thông báo, đánh giá, thanh toán.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Case Actor Admin: đăng nhập, quản lý user/danh mục/sản phẩm/phiên, khiếu nại, thống kê báo cáo.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dual cookie User / Admin.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Submit → confirming → Approve/Reject → live.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Deposit → Place Bid → SignalR / Fraud.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Finalize → Order → PayPal/COD.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Cart → Invoice 7 ngày → Thanh toán.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nổi bật dual auth, verify, realtime, i18n.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3c46deadc2bc65f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bfb1b6e61cd24d9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6901"/>
            <a:chOff x="762000" y="1143000"/>
            <a:chExt cx="1600200" cy="346901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7601" y="12258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893570"/>
            <a:ext cx="4500631" cy="1706309"/>
            <a:chOff x="742950" y="1893570"/>
            <a:chExt cx="4500631" cy="170630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893570"/>
              <a:ext cx="443813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046" y="2677478"/>
              <a:ext cx="252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3218498"/>
              <a:ext cx="44914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3618" y="3810000"/>
            <a:ext cx="4008882" cy="525589"/>
            <a:chOff x="753618" y="3810000"/>
            <a:chExt cx="4008882" cy="525589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618" y="4012882"/>
              <a:ext cx="330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69445" y="2880360"/>
              <a:ext cx="10731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0127" y="4219575"/>
              <a:ext cx="1851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3818" y="4510564"/>
              <a:ext cx="2024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01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6073069" cy="509207"/>
            <a:chOff x="457200" y="228600"/>
            <a:chExt cx="6073069" cy="509207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846" y="239078"/>
              <a:ext cx="1317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88642" y="368618"/>
              <a:ext cx="4441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trang · Use Case theo ảnh · Activity từng luồng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57200" y="952500"/>
            <a:ext cx="3619500" cy="5143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9704" y="1203960"/>
            <a:ext cx="9531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PHẦN CHUNG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942" y="1616392"/>
            <a:ext cx="1139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942" y="1997392"/>
            <a:ext cx="9218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942" y="2378392"/>
            <a:ext cx="20555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03 Giới thiệu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942" y="2759392"/>
            <a:ext cx="11301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942" y="3140392"/>
            <a:ext cx="15840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05 Mục tiêu đề tài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942" y="3521392"/>
            <a:ext cx="11301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942" y="3902392"/>
            <a:ext cx="17471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704" y="453771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942" y="4902518"/>
            <a:ext cx="18264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15 Database Diagram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942" y="5283518"/>
            <a:ext cx="9847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16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942" y="5664518"/>
            <a:ext cx="11759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17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952500"/>
            <a:ext cx="3619500" cy="5143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08754" y="1203960"/>
            <a:ext cx="755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7992" y="1759268"/>
            <a:ext cx="16561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08 Use Case — User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07992" y="2235518"/>
            <a:ext cx="17462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09 Use Case — Admin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14850" y="2952750"/>
            <a:ext cx="3143250" cy="9525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699254" y="3251835"/>
            <a:ext cx="22247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Theo sơ đồ UML bạn cung cấp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99635" y="3545681"/>
            <a:ext cx="18651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Actor User · Actor Admin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115300" y="952500"/>
            <a:ext cx="3619500" cy="5143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337804" y="1203960"/>
            <a:ext cx="7111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ACTIVITY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7423" y="1767364"/>
            <a:ext cx="113359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10 Act · Auth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7423" y="2195989"/>
            <a:ext cx="21476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11 Act · Đăng bán &amp; Duyệt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37423" y="2624614"/>
            <a:ext cx="18216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12 Act · Đăng ký &amp; Bid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37423" y="3053239"/>
            <a:ext cx="18739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13 Act · Kết thúc &amp; TT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37423" y="3481864"/>
            <a:ext cx="14174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14 Act · Buy Now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0985"/>
            <a:ext cx="6360466" cy="528066"/>
            <a:chOff x="457200" y="260985"/>
            <a:chExt cx="6360466" cy="528066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084" y="260985"/>
              <a:ext cx="37793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6142" y="406718"/>
              <a:ext cx="1871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047750"/>
            <a:ext cx="3619500" cy="1905000"/>
            <a:chOff x="457200" y="1047750"/>
            <a:chExt cx="3619500" cy="1905000"/>
          </a:xfrm>
        </p:grpSpPr>
        <p:sp>
          <p:nvSpPr>
            <p:cNvPr id="6" name="Rectangle 6"/>
            <p:cNvSpPr/>
            <p:nvPr/>
          </p:nvSpPr>
          <p:spPr>
            <a:xfrm>
              <a:off x="4572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47750"/>
              <a:ext cx="3619500" cy="457200"/>
            </a:xfrm>
            <a:prstGeom prst="roundRect">
              <a:avLst>
                <a:gd name="adj" fmla="val 33333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276350"/>
              <a:ext cx="3619500" cy="2286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3187" y="125158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00100" y="18478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1189" y="2121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8493" y="1965008"/>
              <a:ext cx="178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779" y="2299335"/>
              <a:ext cx="98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6250" y="1047750"/>
            <a:ext cx="3619500" cy="1905000"/>
            <a:chOff x="4286250" y="1047750"/>
            <a:chExt cx="3619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28625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62915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6023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6118" y="1774508"/>
              <a:ext cx="1847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840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15300" y="1047750"/>
            <a:ext cx="3619500" cy="1905000"/>
            <a:chOff x="8115300" y="1047750"/>
            <a:chExt cx="36195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153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45820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928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5168" y="1774508"/>
              <a:ext cx="13450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745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238500"/>
            <a:ext cx="3619500" cy="1905000"/>
            <a:chOff x="457200" y="3238500"/>
            <a:chExt cx="36195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4572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001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11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8493" y="3965258"/>
              <a:ext cx="157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0779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3238500"/>
            <a:ext cx="3619500" cy="1905000"/>
            <a:chOff x="4286250" y="3238500"/>
            <a:chExt cx="36195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428625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2915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23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6118" y="3965258"/>
              <a:ext cx="1895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840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15300" y="3238500"/>
            <a:ext cx="3619500" cy="1905000"/>
            <a:chOff x="8115300" y="3238500"/>
            <a:chExt cx="36195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81153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4582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892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45168" y="3965258"/>
              <a:ext cx="178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4745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943068" cy="692659"/>
            <a:chOff x="457200" y="378142"/>
            <a:chExt cx="3943068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728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06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4756" y="1472565"/>
              <a:ext cx="2161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661" y="1846421"/>
              <a:ext cx="4919726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856" y="1472565"/>
              <a:ext cx="2479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761" y="1846421"/>
              <a:ext cx="4622165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3228975"/>
              <a:ext cx="90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6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26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3280" y="3228975"/>
              <a:ext cx="1241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2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2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9280" y="3228975"/>
              <a:ext cx="1389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98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5280" y="3228975"/>
              <a:ext cx="133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4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4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1280" y="32289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3618" y="4632008"/>
              <a:ext cx="1821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761" y="5037296"/>
              <a:ext cx="528040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967942" cy="692659"/>
            <a:chOff x="457200" y="378142"/>
            <a:chExt cx="2967942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9357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746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1323975"/>
              <a:ext cx="531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323975"/>
              <a:ext cx="1854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1647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0380" y="1647825"/>
              <a:ext cx="3995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21431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0380" y="2143125"/>
              <a:ext cx="3910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26384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2638425"/>
              <a:ext cx="3287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4380" y="313372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133725"/>
              <a:ext cx="2118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380" y="3629025"/>
              <a:ext cx="890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0380" y="3629025"/>
              <a:ext cx="2237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124325"/>
              <a:ext cx="1060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0380" y="4124325"/>
              <a:ext cx="953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619625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0380" y="4619625"/>
              <a:ext cx="103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380" y="51149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0380" y="5114925"/>
              <a:ext cx="3080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519359" cy="692659"/>
            <a:chOff x="457200" y="378142"/>
            <a:chExt cx="351935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3052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10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9580" y="1362075"/>
            <a:ext cx="7475039" cy="3721703"/>
            <a:chOff x="449580" y="1362075"/>
            <a:chExt cx="7475039" cy="3721703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382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1362075"/>
              <a:ext cx="184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023" y="1595914"/>
              <a:ext cx="1665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9880" y="14573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20859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009775"/>
              <a:ext cx="1314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2243614"/>
              <a:ext cx="1793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7130" y="2105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580" y="27336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657475"/>
              <a:ext cx="134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91314"/>
              <a:ext cx="1411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130" y="27527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580" y="33813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05175"/>
              <a:ext cx="1251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39014"/>
              <a:ext cx="2069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7130" y="34004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580" y="40290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952875"/>
              <a:ext cx="125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6714"/>
              <a:ext cx="1364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40481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580" y="46767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4600575"/>
              <a:ext cx="1376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48344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2630" y="46958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5521642"/>
              <a:ext cx="1288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759768"/>
              <a:ext cx="8404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79070"/>
            <a:ext cx="5099801" cy="469392"/>
            <a:chOff x="457200" y="179070"/>
            <a:chExt cx="5099801" cy="469392"/>
          </a:xfrm>
        </p:grpSpPr>
        <p:sp>
          <p:nvSpPr>
            <p:cNvPr id="2" name="Rectangle 2"/>
            <p:cNvSpPr/>
            <p:nvPr/>
          </p:nvSpPr>
          <p:spPr>
            <a:xfrm>
              <a:off x="457200" y="1905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179070"/>
              <a:ext cx="26079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User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13404" y="308610"/>
              <a:ext cx="1943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- CardMarket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3500" y="666750"/>
            <a:ext cx="9525000" cy="5524500"/>
            <a:chOff x="1333500" y="666750"/>
            <a:chExt cx="9525000" cy="5524500"/>
          </a:xfrm>
        </p:grpSpPr>
        <p:sp>
          <p:nvSpPr>
            <p:cNvPr id="6" name="Rectangle 6"/>
            <p:cNvSpPr/>
            <p:nvPr/>
          </p:nvSpPr>
          <p:spPr>
            <a:xfrm>
              <a:off x="1333500" y="666750"/>
              <a:ext cx="9525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4848" y="762000"/>
              <a:ext cx="6242304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3 -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79070"/>
            <a:ext cx="5549232" cy="469392"/>
            <a:chOff x="457200" y="179070"/>
            <a:chExt cx="5549232" cy="469392"/>
          </a:xfrm>
        </p:grpSpPr>
        <p:sp>
          <p:nvSpPr>
            <p:cNvPr id="2" name="Rectangle 2"/>
            <p:cNvSpPr/>
            <p:nvPr/>
          </p:nvSpPr>
          <p:spPr>
            <a:xfrm>
              <a:off x="457200" y="1905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179070"/>
              <a:ext cx="27767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803904" y="308610"/>
              <a:ext cx="2202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Quản trị viên - CardMarket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" y="666750"/>
            <a:ext cx="9906000" cy="5524500"/>
            <a:chOff x="1143000" y="666750"/>
            <a:chExt cx="9906000" cy="5524500"/>
          </a:xfrm>
        </p:grpSpPr>
        <p:sp>
          <p:nvSpPr>
            <p:cNvPr id="6" name="Rectangle 6"/>
            <p:cNvSpPr/>
            <p:nvPr/>
          </p:nvSpPr>
          <p:spPr>
            <a:xfrm>
              <a:off x="1143000" y="666750"/>
              <a:ext cx="9906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4908" y="809625"/>
              <a:ext cx="6582184" cy="52387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3 -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87202" cy="568928"/>
            <a:chOff x="457200" y="228600"/>
            <a:chExt cx="4887202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670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770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1/5 · Dual cookie: User vs Admin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72934" y="948214"/>
            <a:ext cx="416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667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42875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83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9145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3949" y="2023110"/>
            <a:ext cx="12546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/ Login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295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600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2076450" y="2676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196727" y="2906078"/>
            <a:ext cx="3690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Loại?</a:t>
            </a:r>
          </a:p>
        </p:txBody>
      </p:sp>
      <p:sp>
        <p:nvSpPr>
          <p:cNvPr id="24" name="Line 24"/>
          <p:cNvSpPr/>
          <p:nvPr/>
        </p:nvSpPr>
        <p:spPr>
          <a:xfrm>
            <a:off x="2686050" y="2981325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933950" y="29432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423666" y="2791778"/>
            <a:ext cx="3260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27908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211943" y="2899410"/>
            <a:ext cx="15776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credential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3171825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962650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0" y="36290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353035" y="3737610"/>
            <a:ext cx="1295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User cookie</a:t>
            </a:r>
          </a:p>
        </p:txBody>
      </p:sp>
      <p:sp>
        <p:nvSpPr>
          <p:cNvPr id="33" name="Line 33"/>
          <p:cNvSpPr/>
          <p:nvPr/>
        </p:nvSpPr>
        <p:spPr>
          <a:xfrm>
            <a:off x="6000750" y="4010025"/>
            <a:ext cx="9525" cy="466725"/>
          </a:xfrm>
          <a:custGeom>
            <a:avLst/>
            <a:gdLst/>
            <a:ahLst/>
            <a:cxnLst/>
            <a:rect l="l" t="t" r="r" b="b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59626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530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166513" y="4642485"/>
            <a:ext cx="1668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Redirect trang User</a:t>
            </a:r>
          </a:p>
        </p:txBody>
      </p:sp>
      <p:sp>
        <p:nvSpPr>
          <p:cNvPr id="37" name="Line 37"/>
          <p:cNvSpPr/>
          <p:nvPr/>
        </p:nvSpPr>
        <p:spPr>
          <a:xfrm>
            <a:off x="60007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58864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9436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2381250" y="3286125"/>
            <a:ext cx="6191250" cy="523875"/>
          </a:xfrm>
          <a:custGeom>
            <a:avLst/>
            <a:gdLst/>
            <a:ahLst/>
            <a:cxnLst/>
            <a:rect l="l" t="t" r="r" b="b"/>
            <a:pathLst>
              <a:path w="6191250" h="523875">
                <a:moveTo>
                  <a:pt x="0" y="0"/>
                </a:moveTo>
                <a:lnTo>
                  <a:pt x="0" y="523875"/>
                </a:lnTo>
                <a:lnTo>
                  <a:pt x="6191250" y="5238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553450" y="3771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1666" y="3553778"/>
            <a:ext cx="396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72500" y="36195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95241" y="3728085"/>
            <a:ext cx="1050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Login /Admin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4000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5725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930183" y="4642485"/>
            <a:ext cx="13801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Admin cookie</a:t>
            </a:r>
          </a:p>
        </p:txBody>
      </p:sp>
      <p:sp>
        <p:nvSpPr>
          <p:cNvPr id="49" name="Line 49"/>
          <p:cNvSpPr/>
          <p:nvPr/>
        </p:nvSpPr>
        <p:spPr>
          <a:xfrm>
            <a:off x="96202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5059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95631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428750" y="4953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10086" y="5098256"/>
            <a:ext cx="9423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Dual session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42316" y="5315902"/>
            <a:ext cx="10778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 cookie độc lập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10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520690" cy="568928"/>
            <a:chOff x="457200" y="228600"/>
            <a:chExt cx="55206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3035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435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2/5 · confirming → Approve/Reject → live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19082" y="948214"/>
            <a:ext cx="5243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Seller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472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941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8757" y="1880235"/>
            <a:ext cx="1244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Điền form /Sell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62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76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08708" y="2594610"/>
            <a:ext cx="1145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Submit listing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7652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638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76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43082" y="2594610"/>
            <a:ext cx="1934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status confirming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76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257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3337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90637" y="3451860"/>
            <a:ext cx="12392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Duyệt hàng chờ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7338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66765" y="44015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6" name="Freeform 36"/>
          <p:cNvSpPr/>
          <p:nvPr/>
        </p:nvSpPr>
        <p:spPr>
          <a:xfrm>
            <a:off x="2857500" y="3619500"/>
            <a:ext cx="2647950" cy="857250"/>
          </a:xfrm>
          <a:custGeom>
            <a:avLst/>
            <a:gdLst/>
            <a:ahLst/>
            <a:cxnLst/>
            <a:rect l="l" t="t" r="r" b="b"/>
            <a:pathLst>
              <a:path w="2647950" h="857250">
                <a:moveTo>
                  <a:pt x="26479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33166" y="4268152"/>
            <a:ext cx="4458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428750" y="3333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659865" y="3451860"/>
            <a:ext cx="14427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lý do từ chối</a:t>
            </a:r>
          </a:p>
        </p:txBody>
      </p:sp>
      <p:sp>
        <p:nvSpPr>
          <p:cNvPr id="41" name="Freeform 41"/>
          <p:cNvSpPr/>
          <p:nvPr/>
        </p:nvSpPr>
        <p:spPr>
          <a:xfrm>
            <a:off x="2381250" y="3048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000000"/>
            </a:solidFill>
            <a:custDash>
              <a:ds d="333333" sp="25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947166" y="3029902"/>
            <a:ext cx="8143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5810250" y="47815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772150" y="5114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95416" y="4934902"/>
            <a:ext cx="559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5191125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474993" y="5309235"/>
            <a:ext cx="670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8" name="Line 48"/>
          <p:cNvSpPr/>
          <p:nvPr/>
        </p:nvSpPr>
        <p:spPr>
          <a:xfrm>
            <a:off x="6858000" y="5391150"/>
            <a:ext cx="1447800" cy="9525"/>
          </a:xfrm>
          <a:custGeom>
            <a:avLst/>
            <a:gdLst/>
            <a:ahLst/>
            <a:cxnLst/>
            <a:rect l="l" t="t" r="r" b="b"/>
            <a:pathLst>
              <a:path w="1447800" h="952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305800" y="5353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0" y="5191125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73834" y="5309235"/>
            <a:ext cx="12928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52" name="Line 52"/>
          <p:cNvSpPr/>
          <p:nvPr/>
        </p:nvSpPr>
        <p:spPr>
          <a:xfrm>
            <a:off x="9620250" y="5591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582150" y="5829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505950" y="598170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9563100" y="603885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11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997790" cy="568928"/>
            <a:chOff x="457200" y="228600"/>
            <a:chExt cx="49977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80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526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3/5 · Deposit → Bid → SignalR / Anti-fraud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9455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3905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510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64119" y="948214"/>
            <a:ext cx="7600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50270" y="1870710"/>
            <a:ext cx="1204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phiên live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28752" y="253746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7" name="Line 27"/>
          <p:cNvSpPr/>
          <p:nvPr/>
        </p:nvSpPr>
        <p:spPr>
          <a:xfrm>
            <a:off x="2905125" y="261937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7338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11251" y="2537460"/>
            <a:ext cx="13024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Initiate Deposit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7244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972151" y="3347085"/>
            <a:ext cx="158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Capture cọc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0" y="342900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913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695357" y="3347085"/>
            <a:ext cx="18492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Registration approved</a:t>
            </a:r>
          </a:p>
        </p:txBody>
      </p:sp>
      <p:sp>
        <p:nvSpPr>
          <p:cNvPr id="39" name="Line 39"/>
          <p:cNvSpPr/>
          <p:nvPr/>
        </p:nvSpPr>
        <p:spPr>
          <a:xfrm>
            <a:off x="1952625" y="2809875"/>
            <a:ext cx="9525" cy="923925"/>
          </a:xfrm>
          <a:custGeom>
            <a:avLst/>
            <a:gdLst/>
            <a:ahLst/>
            <a:cxnLst/>
            <a:rect l="l" t="t" r="r" b="b"/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1914525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000125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560820" y="3910489"/>
            <a:ext cx="7836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43" name="Line 43"/>
          <p:cNvSpPr/>
          <p:nvPr/>
        </p:nvSpPr>
        <p:spPr>
          <a:xfrm>
            <a:off x="2905125" y="4000500"/>
            <a:ext cx="3686175" cy="9525"/>
          </a:xfrm>
          <a:custGeom>
            <a:avLst/>
            <a:gdLst/>
            <a:ahLst/>
            <a:cxnLst/>
            <a:rect l="l" t="t" r="r" b="b"/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67500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805353" y="3918585"/>
            <a:ext cx="16292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bid + fraud</a:t>
            </a:r>
          </a:p>
        </p:txBody>
      </p:sp>
      <p:sp>
        <p:nvSpPr>
          <p:cNvPr id="47" name="Line 47"/>
          <p:cNvSpPr/>
          <p:nvPr/>
        </p:nvSpPr>
        <p:spPr>
          <a:xfrm>
            <a:off x="7620000" y="4191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581900" y="4591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7334250" y="476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375223" y="4973002"/>
            <a:ext cx="489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Hợp lệ?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0" y="4191000"/>
            <a:ext cx="2571750" cy="857250"/>
          </a:xfrm>
          <a:custGeom>
            <a:avLst/>
            <a:gdLst/>
            <a:ahLst/>
            <a:cxnLst/>
            <a:rect l="l" t="t" r="r" b="b"/>
            <a:pathLst>
              <a:path w="2571750" h="857250">
                <a:moveTo>
                  <a:pt x="25717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47666" y="4839652"/>
            <a:ext cx="4886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Từ chối</a:t>
            </a:r>
          </a:p>
        </p:txBody>
      </p:sp>
      <p:sp>
        <p:nvSpPr>
          <p:cNvPr id="53" name="Line 53"/>
          <p:cNvSpPr/>
          <p:nvPr/>
        </p:nvSpPr>
        <p:spPr>
          <a:xfrm>
            <a:off x="7905750" y="504825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9258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6166" y="4839652"/>
            <a:ext cx="2048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3345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520749" y="4966335"/>
            <a:ext cx="1532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58" name="Line 58"/>
          <p:cNvSpPr/>
          <p:nvPr/>
        </p:nvSpPr>
        <p:spPr>
          <a:xfrm>
            <a:off x="10287000" y="52387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0248900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34500" y="5715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429598" y="5823585"/>
            <a:ext cx="17148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Anti-snipe (nếu cần)</a:t>
            </a:r>
          </a:p>
        </p:txBody>
      </p:sp>
      <p:sp>
        <p:nvSpPr>
          <p:cNvPr id="62" name="Line 62"/>
          <p:cNvSpPr/>
          <p:nvPr/>
        </p:nvSpPr>
        <p:spPr>
          <a:xfrm>
            <a:off x="10287000" y="6096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10248900" y="621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172700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229850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12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6126228" cy="568928"/>
            <a:chOff x="457200" y="228600"/>
            <a:chExt cx="6126228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909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158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4/5 · Worker →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65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5680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0130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08903" y="948214"/>
            <a:ext cx="670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Kết quả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422260" y="1870710"/>
            <a:ext cx="10607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Phiên hết giờ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44295" y="2537460"/>
            <a:ext cx="16166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27" name="Line 27"/>
          <p:cNvSpPr/>
          <p:nvPr/>
        </p:nvSpPr>
        <p:spPr>
          <a:xfrm>
            <a:off x="1952625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1914525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12012" y="3356610"/>
            <a:ext cx="1881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31" name="Line 31"/>
          <p:cNvSpPr/>
          <p:nvPr/>
        </p:nvSpPr>
        <p:spPr>
          <a:xfrm>
            <a:off x="2905125" y="343852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33800" y="3400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096260" y="3356610"/>
            <a:ext cx="13324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Thông báo thắng</a:t>
            </a:r>
          </a:p>
        </p:txBody>
      </p:sp>
      <p:sp>
        <p:nvSpPr>
          <p:cNvPr id="35" name="Line 35"/>
          <p:cNvSpPr/>
          <p:nvPr/>
        </p:nvSpPr>
        <p:spPr>
          <a:xfrm>
            <a:off x="4762500" y="3638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72440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0" y="4095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316875" y="4204335"/>
            <a:ext cx="8912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Mở /Order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44767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4724400" y="4781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211056" y="4966335"/>
            <a:ext cx="1102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0" y="50482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6838950" y="4743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979996" y="497300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47" name="Line 47"/>
          <p:cNvSpPr/>
          <p:nvPr/>
        </p:nvSpPr>
        <p:spPr>
          <a:xfrm>
            <a:off x="7448550" y="5048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8496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709916" y="4839652"/>
            <a:ext cx="4499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72500" y="485775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8416" y="4966335"/>
            <a:ext cx="12494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Capture PayPal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0" y="535305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0" y="0"/>
                </a:moveTo>
                <a:lnTo>
                  <a:pt x="0" y="361950"/>
                </a:lnTo>
                <a:lnTo>
                  <a:pt x="1428750" y="3619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8553450" y="5676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328916" y="55064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COD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572500" y="552450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232307" y="5633085"/>
            <a:ext cx="10616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Ghi nhận COD</a:t>
            </a:r>
          </a:p>
        </p:txBody>
      </p:sp>
      <p:sp>
        <p:nvSpPr>
          <p:cNvPr id="57" name="Line 57"/>
          <p:cNvSpPr/>
          <p:nvPr/>
        </p:nvSpPr>
        <p:spPr>
          <a:xfrm>
            <a:off x="9763125" y="5905500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9725025" y="616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9648825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9705975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13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157194" cy="568928"/>
            <a:chOff x="457200" y="228600"/>
            <a:chExt cx="5157194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163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93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5/5 · Cart → Invoice → Thanh toán trong 7 ngày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23179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44429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861010" y="1870710"/>
            <a:ext cx="1040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Buy Now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98534" y="2537460"/>
            <a:ext cx="9654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Add to Cart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1937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2887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82836" y="2537460"/>
            <a:ext cx="1654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invoice buy_now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238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86377" y="335661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Deadline 7 ngày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638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392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07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46496" y="430625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36" name="Line 36"/>
          <p:cNvSpPr/>
          <p:nvPr/>
        </p:nvSpPr>
        <p:spPr>
          <a:xfrm>
            <a:off x="6115050" y="43815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8305800" y="434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62166" y="4172902"/>
            <a:ext cx="7574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191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84915" y="4299585"/>
            <a:ext cx="10706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41" name="Line 41"/>
          <p:cNvSpPr/>
          <p:nvPr/>
        </p:nvSpPr>
        <p:spPr>
          <a:xfrm>
            <a:off x="9620250" y="45720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95821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382000" y="51435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920153" y="5252085"/>
            <a:ext cx="14001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Order completed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55245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5924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505950" y="61245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9563100" y="61817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2857500" y="361950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2647950" y="762000"/>
                </a:moveTo>
                <a:lnTo>
                  <a:pt x="0" y="7620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233166" y="4172902"/>
            <a:ext cx="921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/ hết hạn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428750" y="3333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23114" y="3442335"/>
            <a:ext cx="916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invoice</a:t>
            </a:r>
          </a:p>
        </p:txBody>
      </p:sp>
      <p:sp>
        <p:nvSpPr>
          <p:cNvPr id="54" name="Line 54"/>
          <p:cNvSpPr/>
          <p:nvPr/>
        </p:nvSpPr>
        <p:spPr>
          <a:xfrm>
            <a:off x="2381250" y="371475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234315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266950" y="436245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2324100" y="441960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14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752791" cy="692659"/>
            <a:chOff x="457200" y="378142"/>
            <a:chExt cx="2752791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6127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531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630680"/>
              <a:ext cx="13609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24075"/>
              <a:ext cx="4923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3032" y="1630680"/>
              <a:ext cx="20274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0" y="2124075"/>
              <a:ext cx="389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732" y="3535680"/>
              <a:ext cx="12469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029075"/>
              <a:ext cx="357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3032" y="3535680"/>
              <a:ext cx="1679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0" y="4029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58447" y="5581650"/>
              <a:ext cx="5475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2026-07-21T11:29:41Z</dcterms:created>
  <dcterms:modified xsi:type="dcterms:W3CDTF">2026-07-21T11:29:41Z</dcterms:modified>
  <cp:category/>
  <cp:contentStatus/>
</cp:coreProperties>
</file>