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  <Relationship Id="rId3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30dba5c045853a4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c2dc02600981ba0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8e80bc5d3dabcf3.png"/>
  <Relationship Id="rId3" Type="http://schemas.openxmlformats.org/officeDocument/2006/relationships/image" Target="../media/image_40a449d7761f4d34.png"/>
  <Relationship Id="rId4" Type="http://schemas.openxmlformats.org/officeDocument/2006/relationships/image" Target="../media/image_843cb8508b5dc608.png"/>
  <Relationship Id="rId5" Type="http://schemas.openxmlformats.org/officeDocument/2006/relationships/image" Target="../media/image_337d0b68db0e6635.png"/>
  <Relationship Id="rId6" Type="http://schemas.openxmlformats.org/officeDocument/2006/relationships/image" Target="../media/image_8a68050893471c34.png"/>
  <Relationship Id="rId7" Type="http://schemas.openxmlformats.org/officeDocument/2006/relationships/image" Target="../media/image_85a5a25f32705884.png"/>
  <Relationship Id="rId8" Type="http://schemas.openxmlformats.org/officeDocument/2006/relationships/image" Target="../media/image_7f21cd39eba5c21f.png"/>
  <Relationship Id="rId9" Type="http://schemas.openxmlformats.org/officeDocument/2006/relationships/image" Target="../media/image_c6fd1b521b6d434d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a3620a30fbde69d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6600edddcc1002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0c3d57ee15ef0e0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b1a34380f9fb1d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8dff8553051aaa.jp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a8cd2f45a59ab3.jp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31cc2670fdda5af.jp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cf54e45f5dda66e.jp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4fe5f0ee7be91b.jp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6d11390c4b9040c.jp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f6059d612d103d4.jp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0fc9a4b0ed78b3.jp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c8621fa6fccfe93.jp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7c55441b1be235.jp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8dd0b47e13facf.jp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20989f27a5ed24c.jpg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0c84129c7b6fcbc.jpg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2e977eefb37d79.jpg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963b90079e0d64.jpg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55000"/>
          </a:blip>
          <a:srcRect l="28516" t="0" r="28516" b="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0F172A">
              <a:alpha val="3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2742" y="1568768"/>
            <a:ext cx="6689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3C5FD"/>
                </a:solidFill>
                <a:latin typeface="+mn-lt"/>
                <a:ea typeface="+mn-ea"/>
                <a:cs typeface="+mn-cs"/>
              </a:rPr>
              <a:t>NHÓM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0550" y="2118360"/>
            <a:ext cx="346035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CardMarket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2821305"/>
            <a:ext cx="208337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60A5FA"/>
                </a:solidFill>
                <a:latin typeface="+mn-lt"/>
                <a:ea typeface="+mn-ea"/>
                <a:cs typeface="+mn-cs"/>
              </a:rPr>
              <a:t>RareCard Vault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980" y="3457575"/>
            <a:ext cx="34549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Nền tảng đấu giá thẻ bài trực tuyến</a:t>
            </a:r>
          </a:p>
        </p:txBody>
      </p:sp>
      <p:sp>
        <p:nvSpPr>
          <p:cNvPr id="9" name="Rectangle 9"/>
          <p:cNvSpPr/>
          <p:nvPr/>
        </p:nvSpPr>
        <p:spPr>
          <a:xfrm>
            <a:off x="609600" y="40005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02742" y="4331018"/>
            <a:ext cx="18898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Đồ án ASP.NET Core 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504" y="4728210"/>
            <a:ext cx="2586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Auction · Buy Now · Admin Verify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25116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0085" y="659606"/>
            <a:ext cx="3799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CardMarket (RareCard Vault) - giao diện người dùng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68580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328788"/>
            <a:ext cx="6477000" cy="2390924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7620000" y="1047750"/>
            <a:ext cx="4114800" cy="4953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878318" y="1441132"/>
            <a:ext cx="20857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là gì?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80604" y="1965960"/>
            <a:ext cx="21986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Website đấu giá và mua ngay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0604" y="2232660"/>
            <a:ext cx="25363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thẻ bài sưu tầm (TCG / sports).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80604" y="2727960"/>
            <a:ext cx="2268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Người bán đăng listing, Admin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0604" y="2994660"/>
            <a:ext cx="23868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duyệt, người mua đặt cọc &amp; bid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80604" y="3261360"/>
            <a:ext cx="27066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realtime, thanh toán PayPal/COD.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886700" y="3810000"/>
            <a:ext cx="3429000" cy="9525"/>
          </a:xfrm>
          <a:prstGeom prst="rect">
            <a:avLst/>
          </a:prstGeom>
          <a:solidFill>
            <a:srgbClr val="BFDB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80985" y="4164806"/>
            <a:ext cx="720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Đối tượng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0985" y="4469606"/>
            <a:ext cx="16189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Buyer · Seller · Admin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80985" y="4926806"/>
            <a:ext cx="673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Nền tảng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80985" y="5231606"/>
            <a:ext cx="14825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ASP.NET Core 8 MVC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2400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92906"/>
            <a:ext cx="20218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Theo cấu trúc thuyết trình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6" name="Ellipse 6"/>
          <p:cNvSpPr/>
          <p:nvPr/>
        </p:nvSpPr>
        <p:spPr>
          <a:xfrm>
            <a:off x="7429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655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5880" y="1323975"/>
            <a:ext cx="10294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318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0" name="Ellipse 10"/>
          <p:cNvSpPr/>
          <p:nvPr/>
        </p:nvSpPr>
        <p:spPr>
          <a:xfrm>
            <a:off x="7429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655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5880" y="1990725"/>
            <a:ext cx="15697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7318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4" name="Ellipse 14"/>
          <p:cNvSpPr/>
          <p:nvPr/>
        </p:nvSpPr>
        <p:spPr>
          <a:xfrm>
            <a:off x="7429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655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5880" y="2657475"/>
            <a:ext cx="775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73180" y="270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8" name="Ellipse 18"/>
          <p:cNvSpPr/>
          <p:nvPr/>
        </p:nvSpPr>
        <p:spPr>
          <a:xfrm>
            <a:off x="7429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655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5880" y="3324225"/>
            <a:ext cx="20996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3180" y="33728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2" name="Ellipse 22"/>
          <p:cNvSpPr/>
          <p:nvPr/>
        </p:nvSpPr>
        <p:spPr>
          <a:xfrm>
            <a:off x="7429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55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5880" y="3990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7318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6" name="Ellipse 26"/>
          <p:cNvSpPr/>
          <p:nvPr/>
        </p:nvSpPr>
        <p:spPr>
          <a:xfrm>
            <a:off x="7429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655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5880" y="4657725"/>
            <a:ext cx="1549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tiêu đề tài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73180" y="4706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103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4960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186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78980" y="1323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8343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5" name="Ellipse 35"/>
          <p:cNvSpPr/>
          <p:nvPr/>
        </p:nvSpPr>
        <p:spPr>
          <a:xfrm>
            <a:off x="64960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186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78980" y="1990725"/>
            <a:ext cx="17395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8343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9" name="Ellipse 39"/>
          <p:cNvSpPr/>
          <p:nvPr/>
        </p:nvSpPr>
        <p:spPr>
          <a:xfrm>
            <a:off x="64960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186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78980" y="2657475"/>
            <a:ext cx="9093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Use Case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750201" y="270605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09-18</a:t>
            </a:r>
          </a:p>
        </p:txBody>
      </p:sp>
      <p:sp>
        <p:nvSpPr>
          <p:cNvPr id="43" name="Ellipse 43"/>
          <p:cNvSpPr/>
          <p:nvPr/>
        </p:nvSpPr>
        <p:spPr>
          <a:xfrm>
            <a:off x="64960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186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78980" y="3324225"/>
            <a:ext cx="17242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Activity Diagram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50201" y="33728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19-27</a:t>
            </a:r>
          </a:p>
        </p:txBody>
      </p:sp>
      <p:sp>
        <p:nvSpPr>
          <p:cNvPr id="47" name="Ellipse 47"/>
          <p:cNvSpPr/>
          <p:nvPr/>
        </p:nvSpPr>
        <p:spPr>
          <a:xfrm>
            <a:off x="64960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186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78980" y="3990975"/>
            <a:ext cx="11247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Db diagram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8343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  <p:sp>
        <p:nvSpPr>
          <p:cNvPr id="51" name="Ellipse 51"/>
          <p:cNvSpPr/>
          <p:nvPr/>
        </p:nvSpPr>
        <p:spPr>
          <a:xfrm>
            <a:off x="64960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186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78980" y="4657725"/>
            <a:ext cx="21515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 · Lời cảm ơn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50201" y="47063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29-30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314945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66666" y="362902"/>
            <a:ext cx="2411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Chèn ảnh vào khung dashed bên dưới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7200" y="952500"/>
            <a:ext cx="3619500" cy="2381250"/>
            <a:chOff x="457200" y="952500"/>
            <a:chExt cx="3619500" cy="2381250"/>
          </a:xfrm>
        </p:grpSpPr>
        <p:sp>
          <p:nvSpPr>
            <p:cNvPr id="5" name="Rectangle 5"/>
            <p:cNvSpPr/>
            <p:nvPr/>
          </p:nvSpPr>
          <p:spPr>
            <a:xfrm>
              <a:off x="4572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6100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5372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4342" y="1473518"/>
              <a:ext cx="1463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75866" y="1791652"/>
              <a:ext cx="863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86250" y="952500"/>
            <a:ext cx="3619500" cy="2381250"/>
            <a:chOff x="4286250" y="952500"/>
            <a:chExt cx="3619500" cy="2381250"/>
          </a:xfrm>
        </p:grpSpPr>
        <p:sp>
          <p:nvSpPr>
            <p:cNvPr id="12" name="Rectangle 12"/>
            <p:cNvSpPr/>
            <p:nvPr/>
          </p:nvSpPr>
          <p:spPr>
            <a:xfrm>
              <a:off x="428625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7675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9005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8277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03392" y="1473518"/>
              <a:ext cx="1511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0491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15300" y="952500"/>
            <a:ext cx="3619500" cy="2381250"/>
            <a:chOff x="8115300" y="952500"/>
            <a:chExt cx="36195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81153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058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1910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82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32442" y="1473518"/>
              <a:ext cx="1100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3396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3619500"/>
            <a:ext cx="3619500" cy="2381250"/>
            <a:chOff x="457200" y="3619500"/>
            <a:chExt cx="3619500" cy="2381250"/>
          </a:xfrm>
        </p:grpSpPr>
        <p:sp>
          <p:nvSpPr>
            <p:cNvPr id="26" name="Rectangle 26"/>
            <p:cNvSpPr/>
            <p:nvPr/>
          </p:nvSpPr>
          <p:spPr>
            <a:xfrm>
              <a:off x="4572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7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10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37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4342" y="4140518"/>
              <a:ext cx="1292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758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86250" y="3619500"/>
            <a:ext cx="3619500" cy="2381250"/>
            <a:chOff x="4286250" y="3619500"/>
            <a:chExt cx="36195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428625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7675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9005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8277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03392" y="4140518"/>
              <a:ext cx="1550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0491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15300" y="3619500"/>
            <a:ext cx="3619500" cy="2381250"/>
            <a:chOff x="8115300" y="3619500"/>
            <a:chExt cx="36195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1153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3058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191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118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32442" y="4140518"/>
              <a:ext cx="146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339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5282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25797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Hệ thống đấu giá thẻ bài trực tuyến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857250"/>
          </a:xfrm>
          <a:prstGeom prst="roundRect">
            <a:avLst>
              <a:gd name="adj" fmla="val 15556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092518"/>
            <a:ext cx="53150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CardMarket giúp người dùng mua - bán thẻ bài đã grading qua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359218"/>
            <a:ext cx="66522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hai kênh: Đấu giá (Auction) và Mua ngay (Buy Now), có Admin duyệt listing.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2390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311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5880" y="2371725"/>
            <a:ext cx="9654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bán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2918460"/>
            <a:ext cx="23694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listing Auction / Buy Now,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904" y="3185160"/>
            <a:ext cx="22958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upload ảnh, chờ Admin duyệt,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904" y="3451860"/>
            <a:ext cx="19022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theo dõi trạng thái bán.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33875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4600575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29787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2555" y="2371725"/>
            <a:ext cx="10081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mua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2579" y="2918460"/>
            <a:ext cx="19085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ký phiên + đặt cọc,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2579" y="3185160"/>
            <a:ext cx="21930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đặt giá realtime, mua ngay,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2579" y="3451860"/>
            <a:ext cx="20058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thanh toán PayPal / COD.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21055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847725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0646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9230" y="2371725"/>
            <a:ext cx="5941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9254" y="2918460"/>
            <a:ext cx="21824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 listing, quản lý user,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9254" y="3185160"/>
            <a:ext cx="19103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phiên đấu giá, khiếu nại,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9254" y="3451860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thống kê &amp; báo cáo.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104" y="4251960"/>
            <a:ext cx="10516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LUỒNG CHÍNH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290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1. Đăng bán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57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7622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352706" y="4842510"/>
            <a:ext cx="7240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2. Duyệt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207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673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12521" y="4842510"/>
            <a:ext cx="10145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3. Bid / Mua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258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3723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751216" y="4842510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4. Thanh toán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08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677400" y="4572000"/>
            <a:ext cx="2057400" cy="66675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2254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5. Hoàn tất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485" y="5593556"/>
            <a:ext cx="6493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Hỗ trợ: Watchlist · Thông báo realtime · Khiếu nại/hoàn tiền · Đa ngôn ngữ (vi/en/ja/ko)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5282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sp>
        <p:nvSpPr>
          <p:cNvPr id="4" name="Rectangle 4"/>
          <p:cNvSpPr/>
          <p:nvPr/>
        </p:nvSpPr>
        <p:spPr>
          <a:xfrm>
            <a:off x="457200" y="952500"/>
            <a:ext cx="26289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1200150" y="1295400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1438275"/>
            <a:ext cx="857250" cy="8572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50607" y="2711768"/>
            <a:ext cx="144208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ASP.NET Core 8</a:t>
            </a:r>
          </a:p>
        </p:txBody>
      </p:sp>
      <p:sp>
        <p:nvSpPr>
          <p:cNvPr id="8" name="Rectangle 8"/>
          <p:cNvSpPr/>
          <p:nvPr/>
        </p:nvSpPr>
        <p:spPr>
          <a:xfrm>
            <a:off x="3238500" y="952500"/>
            <a:ext cx="26289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981450" y="1295400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25" y="1438275"/>
            <a:ext cx="857250" cy="8572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231935" y="2711768"/>
            <a:ext cx="6420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MySQL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19800" y="952500"/>
            <a:ext cx="26289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762750" y="1295400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5" y="1438275"/>
            <a:ext cx="857250" cy="857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7030895" y="2711768"/>
            <a:ext cx="6067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801100" y="952500"/>
            <a:ext cx="26289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9544050" y="1295400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</p:spPr>
      </p:sp>
      <p:pic>
        <p:nvPicPr>
          <p:cNvPr id="18" name="Imag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925" y="1438275"/>
            <a:ext cx="857250" cy="85725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783893" y="2711768"/>
            <a:ext cx="6633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SignalR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7200" y="3524250"/>
            <a:ext cx="26289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200150" y="3867150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</p:spPr>
      </p:sp>
      <p:pic>
        <p:nvPicPr>
          <p:cNvPr id="22" name="Imag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3025" y="4010025"/>
            <a:ext cx="857250" cy="8572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66031" y="5283518"/>
            <a:ext cx="8112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Firebase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238500" y="3524250"/>
            <a:ext cx="26289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981450" y="3867150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4325" y="4010025"/>
            <a:ext cx="857250" cy="857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4102753" y="5283518"/>
            <a:ext cx="9003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RabbitMQ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19800" y="3524250"/>
            <a:ext cx="26289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762750" y="3867150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</p:spPr>
      </p:sp>
      <p:pic>
        <p:nvPicPr>
          <p:cNvPr id="30" name="Imag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5625" y="4010025"/>
            <a:ext cx="857250" cy="85725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6847632" y="5283518"/>
            <a:ext cx="9732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Cloudinary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801100" y="3524250"/>
            <a:ext cx="26289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9544050" y="3867150"/>
            <a:ext cx="1143000" cy="1143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6925" y="4010025"/>
            <a:ext cx="857250" cy="857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9543912" y="5283518"/>
            <a:ext cx="11432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Tailwind CSS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260939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3285" y="354806"/>
            <a:ext cx="18573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Lịch theo tuần (12 tuần)</a:t>
            </a:r>
          </a:p>
        </p:txBody>
      </p:sp>
      <p:sp>
        <p:nvSpPr>
          <p:cNvPr id="5" name="Rectangle 5"/>
          <p:cNvSpPr/>
          <p:nvPr/>
        </p:nvSpPr>
        <p:spPr>
          <a:xfrm>
            <a:off x="2667000" y="952500"/>
            <a:ext cx="8763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288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27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66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05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44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483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22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61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200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37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276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515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485" y="1707356"/>
            <a:ext cx="11255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G1 · Phân tích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438" y="1941195"/>
            <a:ext cx="11717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Use Case, DB design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667000" y="16954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705100" y="17526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094442" y="185689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1-2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485" y="2421731"/>
            <a:ext cx="1347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G2 · Auth &amp; Admin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2438" y="2655570"/>
            <a:ext cx="1261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Identity dual-session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667000" y="24098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152900" y="24669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542242" y="257127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3-4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485" y="3136106"/>
            <a:ext cx="13681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G3 · Listing &amp; Sell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2438" y="3369945"/>
            <a:ext cx="9927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Verify, Sell flow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667000" y="312420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600700" y="318135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90042" y="328564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5-6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1485" y="3850481"/>
            <a:ext cx="12978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G4 · Bid realtime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2438" y="4084320"/>
            <a:ext cx="14703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Cọc, anti-fraud, SignalR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667000" y="383857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048500" y="389572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37842" y="400002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7-8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485" y="4564856"/>
            <a:ext cx="13018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G5 · Order &amp; Pay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2438" y="4798695"/>
            <a:ext cx="9600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PayPal, Buy Now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667000" y="45529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496300" y="46101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847009" y="4714399"/>
            <a:ext cx="670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9-10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485" y="5279231"/>
            <a:ext cx="139394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G6 · Polish &amp; Demo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2438" y="5513070"/>
            <a:ext cx="14028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i18n, smoke test, demo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667000" y="52673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9944100" y="53244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56176" y="5428774"/>
            <a:ext cx="7474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11-12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57200" y="5905500"/>
            <a:ext cx="11277600" cy="3810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745121" y="6039802"/>
            <a:ext cx="47017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Tổng thời gian dự kiến: 12 tuần · có thể điều chỉnh theo tiến độ nhóm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439851" cy="530161"/>
            <a:chOff x="457200" y="152400"/>
            <a:chExt cx="4439851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2211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Browse Marketplace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555" y="781050"/>
              <a:ext cx="971889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095268" cy="530161"/>
            <a:chOff x="457200" y="152400"/>
            <a:chExt cx="5095268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876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Personal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1879" y="781050"/>
              <a:ext cx="8468242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667033" cy="530161"/>
            <a:chOff x="457200" y="152400"/>
            <a:chExt cx="4667033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448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Participate In Auction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073" y="781050"/>
              <a:ext cx="944985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095332" cy="530161"/>
            <a:chOff x="457200" y="152400"/>
            <a:chExt cx="4095332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876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Purchase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545" y="781050"/>
              <a:ext cx="886690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519389" cy="530161"/>
            <a:chOff x="457200" y="152400"/>
            <a:chExt cx="45193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300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Own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200" y="781050"/>
              <a:ext cx="860160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 Dashboard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358" y="781050"/>
              <a:ext cx="966728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457089" cy="530161"/>
            <a:chOff x="457200" y="152400"/>
            <a:chExt cx="54570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5238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Users &amp; Permissions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850069"/>
              <a:ext cx="10858500" cy="5195962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Auctions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33" y="781050"/>
              <a:ext cx="823833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735014" cy="530161"/>
            <a:chOff x="457200" y="152400"/>
            <a:chExt cx="3735014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5163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Verify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327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Email/Firebase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24161"/>
              <a:ext cx="10858500" cy="364777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7155" cy="530161"/>
            <a:chOff x="457200" y="152400"/>
            <a:chExt cx="3847155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84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Buy Now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765" y="781050"/>
              <a:ext cx="10040471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97633" cy="479107"/>
            <a:chOff x="457200" y="114300"/>
            <a:chExt cx="339763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ký (Sign Up)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9113" y="685800"/>
              <a:ext cx="635377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446303" cy="479107"/>
            <a:chOff x="457200" y="114300"/>
            <a:chExt cx="344630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226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nhập (Login)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277" y="685800"/>
              <a:ext cx="1069144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690031" cy="479107"/>
            <a:chOff x="457200" y="114300"/>
            <a:chExt cx="4690031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4469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Tạo đấu giá (Create Auction)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1997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bán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0536" y="685800"/>
              <a:ext cx="5370928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2417248" cy="479107"/>
            <a:chOff x="457200" y="114300"/>
            <a:chExt cx="2417248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21970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Place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241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7941" y="685800"/>
              <a:ext cx="6116119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36332" cy="479107"/>
            <a:chOff x="457200" y="114300"/>
            <a:chExt cx="3936332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7161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Thanh toán (Payment)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742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 + PayPal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7962" y="685800"/>
              <a:ext cx="6556075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10857" cy="479107"/>
            <a:chOff x="457200" y="114300"/>
            <a:chExt cx="391085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690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(Verify)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2862" y="685800"/>
              <a:ext cx="690627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042847" cy="479107"/>
            <a:chOff x="457200" y="114300"/>
            <a:chExt cx="404284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822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(chi tiết)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4178" y="685800"/>
              <a:ext cx="686364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62873" cy="479107"/>
            <a:chOff x="457200" y="114300"/>
            <a:chExt cx="336287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42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Category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990" y="685800"/>
              <a:ext cx="9114020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234700" cy="479107"/>
            <a:chOff x="457200" y="114300"/>
            <a:chExt cx="3234700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01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9069" y="685800"/>
              <a:ext cx="8513862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693149" cy="692659"/>
            <a:chOff x="457200" y="378142"/>
            <a:chExt cx="369314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4790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099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112228"/>
            <a:chOff x="762000" y="1333500"/>
            <a:chExt cx="9906000" cy="4112228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83346" y="1808321"/>
                <a:ext cx="4623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6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6023" y="2491264"/>
                <a:ext cx="4399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6023" y="2757964"/>
                <a:ext cx="4486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84754" y="1617821"/>
                <a:ext cx="79349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3023" y="20340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3023" y="2300764"/>
                <a:ext cx="6507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3023" y="2567464"/>
                <a:ext cx="7764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77046" y="1808321"/>
                <a:ext cx="7429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0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0023" y="2491264"/>
                <a:ext cx="8330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0023" y="2757964"/>
                <a:ext cx="5869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65107" y="1427321"/>
                <a:ext cx="30078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7023" y="1843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7023" y="2110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7023" y="2376964"/>
                <a:ext cx="62174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1850" y="4094321"/>
                <a:ext cx="61330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0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0023" y="4777264"/>
                <a:ext cx="6433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023" y="5043964"/>
                <a:ext cx="7164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759182" y="4094321"/>
                <a:ext cx="124463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3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3023" y="4777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3023" y="5043964"/>
                <a:ext cx="6382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1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8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5785" y="16883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035" y="3307556"/>
              <a:ext cx="80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6285" y="3307556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98523" y="5196364"/>
              <a:ext cx="5673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7" name="TextBox 67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2732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15646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Về đề tài CardMarket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95250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140142"/>
            <a:ext cx="62991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Đề tài đã xây dựng được nền tảng đấu giá thẻ bài trực tuyến hoàn chỉnh,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425892"/>
            <a:ext cx="56929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mô phỏng đúng quy trình thương mại từ đăng bán đến thanh toán.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55142" y="2426018"/>
            <a:ext cx="23969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1. Đạt mục tiêu chức năng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285" y="2831306"/>
            <a:ext cx="29153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Hỗ trợ Auction &amp; Buy Now, đăng ký/cọc,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285" y="3098006"/>
            <a:ext cx="3075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bid realtime, PayPal/COD, khu vực Admin.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03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08242" y="2426018"/>
            <a:ext cx="20829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2. An toàn &amp; kiểm soát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9385" y="2831306"/>
            <a:ext cx="29519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Dual-session User/Admin, duyệt listing,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9385" y="3098006"/>
            <a:ext cx="26575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chống gian lận bid, phân quyền động.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5142" y="4235768"/>
            <a:ext cx="23487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3. Trải nghiệm người dùng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285" y="4641056"/>
            <a:ext cx="2832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Cập nhật giá realtime (SignalR), push,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285" y="4907756"/>
            <a:ext cx="29189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đa ngôn ngữ, giao diện Tailwind hiện đại.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103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08242" y="4235768"/>
            <a:ext cx="18242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4. Hướng phát triển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4641056"/>
            <a:ext cx="30248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Mở rộng thanh toán, đánh giá người dùng,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9385" y="4907756"/>
            <a:ext cx="2732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tối ưu mobile và vận hành production.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5715000"/>
            <a:ext cx="11277600" cy="47625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876705" y="5890260"/>
            <a:ext cx="64385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CardMarket chứng minh tính khả thi của hệ thống đấu giá TCG trên ASP.NET Core 8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2026-07-22T04:39:26Z</dcterms:created>
  <dcterms:modified xsi:type="dcterms:W3CDTF">2026-07-22T04:39:26Z</dcterms:modified>
  <cp:category/>
  <cp:contentStatus/>
</cp:coreProperties>
</file>