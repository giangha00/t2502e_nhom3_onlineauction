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2411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Chèn ảnh vào khung dashed bên dưới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10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37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005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277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91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8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6" name="Rectangle 26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10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7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005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277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191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118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285" y="354806"/>
            <a:ext cx="15245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Stack kỹ thuật dự án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57200" y="9525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57200" y="12192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94486" y="1149668"/>
            <a:ext cx="7543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Backend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8047" y="1965960"/>
            <a:ext cx="16672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5086" y="2315528"/>
            <a:ext cx="12531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EF Core · Identity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38500" y="9525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238500" y="9525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238500" y="12192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123309" y="1149668"/>
            <a:ext cx="8592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68311" y="1965960"/>
            <a:ext cx="1369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MySQL (Pomelo)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33073" y="2315528"/>
            <a:ext cx="14397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SQL Server / SQLite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19800" y="9525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19800" y="9525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019800" y="12192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14515" y="1149668"/>
            <a:ext cx="4394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Auth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45299" y="1965960"/>
            <a:ext cx="15779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Dual cookie session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0538" y="2315528"/>
            <a:ext cx="15474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User · Admin tách biệt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801100" y="9525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801100" y="9525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8801100" y="12192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604629" y="1149668"/>
            <a:ext cx="10218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90841" y="1965960"/>
            <a:ext cx="1249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 Sandbox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34902" y="2315528"/>
            <a:ext cx="7612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COD hỗ trợ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34290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57200" y="34290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57200" y="36957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370835" y="3626168"/>
            <a:ext cx="8016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0969" y="4442460"/>
            <a:ext cx="921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 hub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4984" y="4792028"/>
            <a:ext cx="12733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Firebase FCM push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238500" y="34290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238500" y="34290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238500" y="36957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075633" y="3626168"/>
            <a:ext cx="9546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Messaging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152775" y="4442460"/>
            <a:ext cx="8003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RabbitMQ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01869" y="4792028"/>
            <a:ext cx="13021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Outbid / event bus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019800" y="34290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019800" y="34290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019800" y="36957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066863" y="3626168"/>
            <a:ext cx="5347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Media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901701" y="4442460"/>
            <a:ext cx="8650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03226" y="4792028"/>
            <a:ext cx="10620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Ảnh · document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801100" y="3429000"/>
            <a:ext cx="262890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8801100" y="3429000"/>
            <a:ext cx="2628900" cy="533400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801100" y="3695700"/>
            <a:ext cx="2628900" cy="2667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685909" y="3626168"/>
            <a:ext cx="85928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Frontend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616272" y="4442460"/>
            <a:ext cx="998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Razor Views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630550" y="4792028"/>
            <a:ext cx="9700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Tailwind CSS 4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2026-07-22T04:27:38Z</dcterms:created>
  <dcterms:modified xsi:type="dcterms:W3CDTF">2026-07-22T04:27:38Z</dcterms:modified>
  <cp:category/>
  <cp:contentStatus/>
</cp:coreProperties>
</file>