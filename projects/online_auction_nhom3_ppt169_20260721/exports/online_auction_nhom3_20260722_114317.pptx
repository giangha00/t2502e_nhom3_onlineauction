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e80bc5d3dabcf3.png"/>
  <Relationship Id="rId3" Type="http://schemas.openxmlformats.org/officeDocument/2006/relationships/image" Target="../media/image_3259057c2e4e875b.png"/>
  <Relationship Id="rId4" Type="http://schemas.openxmlformats.org/officeDocument/2006/relationships/image" Target="../media/image_843cb8508b5dc608.png"/>
  <Relationship Id="rId5" Type="http://schemas.openxmlformats.org/officeDocument/2006/relationships/image" Target="../media/image_337d0b68db0e6635.png"/>
  <Relationship Id="rId6" Type="http://schemas.openxmlformats.org/officeDocument/2006/relationships/image" Target="../media/image_7f21cd39eba5c21f.png"/>
  <Relationship Id="rId7" Type="http://schemas.openxmlformats.org/officeDocument/2006/relationships/image" Target="../media/image_c6fd1b521b6d434d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2411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Chèn ảnh vào khung dashed bên dưới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10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37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005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277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91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8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6" name="Rectangle 26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10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7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005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277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191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118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6301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1524000"/>
            <a:ext cx="1047750" cy="10477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65841" y="2867025"/>
            <a:ext cx="16023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524000"/>
            <a:ext cx="1047750" cy="10477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881154" y="28670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SQL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524000"/>
            <a:ext cx="1047750" cy="1047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87939" y="2867025"/>
            <a:ext cx="67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810000"/>
            <a:ext cx="1047750" cy="1047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98492" y="5153025"/>
            <a:ext cx="7370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810000"/>
            <a:ext cx="1047750" cy="10477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55313" y="5153025"/>
            <a:ext cx="10813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3810000"/>
            <a:ext cx="1047750" cy="10477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889847" y="5153025"/>
            <a:ext cx="12703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Tailwind CSS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2026-07-22T04:43:17Z</dcterms:created>
  <dcterms:modified xsi:type="dcterms:W3CDTF">2026-07-22T04:43:17Z</dcterms:modified>
  <cp:category/>
  <cp:contentStatus/>
</cp:coreProperties>
</file>